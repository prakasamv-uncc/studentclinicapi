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945ECE-5370-4C52-B9EF-B1225640D3F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60BC26-897B-4B05-805A-C7FB1665B314}">
      <dgm:prSet/>
      <dgm:spPr/>
      <dgm:t>
        <a:bodyPr/>
        <a:lstStyle/>
        <a:p>
          <a:r>
            <a:rPr lang="en-US"/>
            <a:t>University student clinic needs structured EMR for patients, visits, prescriptions, and pharmacy.</a:t>
          </a:r>
        </a:p>
      </dgm:t>
    </dgm:pt>
    <dgm:pt modelId="{893C4994-5F0D-475F-98DD-80AC87BF6DF2}" type="parTrans" cxnId="{5A70FE92-C58A-4769-B657-58C7BE7EDAE2}">
      <dgm:prSet/>
      <dgm:spPr/>
      <dgm:t>
        <a:bodyPr/>
        <a:lstStyle/>
        <a:p>
          <a:endParaRPr lang="en-US"/>
        </a:p>
      </dgm:t>
    </dgm:pt>
    <dgm:pt modelId="{388595DD-3717-4F68-955B-567B34AFEAB8}" type="sibTrans" cxnId="{5A70FE92-C58A-4769-B657-58C7BE7EDAE2}">
      <dgm:prSet/>
      <dgm:spPr/>
      <dgm:t>
        <a:bodyPr/>
        <a:lstStyle/>
        <a:p>
          <a:endParaRPr lang="en-US"/>
        </a:p>
      </dgm:t>
    </dgm:pt>
    <dgm:pt modelId="{CA9FF3CB-2475-42DB-9A23-9FE058797A86}">
      <dgm:prSet/>
      <dgm:spPr/>
      <dgm:t>
        <a:bodyPr/>
        <a:lstStyle/>
        <a:p>
          <a:r>
            <a:rPr lang="en-US"/>
            <a:t>Project 1: basic, provider-centric schema with limited security.</a:t>
          </a:r>
        </a:p>
      </dgm:t>
    </dgm:pt>
    <dgm:pt modelId="{3DBC18F9-AAAF-4EAC-92F6-66094CE12611}" type="parTrans" cxnId="{4C66BC62-327A-4A4F-9740-5E56085A81E5}">
      <dgm:prSet/>
      <dgm:spPr/>
      <dgm:t>
        <a:bodyPr/>
        <a:lstStyle/>
        <a:p>
          <a:endParaRPr lang="en-US"/>
        </a:p>
      </dgm:t>
    </dgm:pt>
    <dgm:pt modelId="{F98BBBE6-B85B-44F7-8E5E-9982A272EE59}" type="sibTrans" cxnId="{4C66BC62-327A-4A4F-9740-5E56085A81E5}">
      <dgm:prSet/>
      <dgm:spPr/>
      <dgm:t>
        <a:bodyPr/>
        <a:lstStyle/>
        <a:p>
          <a:endParaRPr lang="en-US"/>
        </a:p>
      </dgm:t>
    </dgm:pt>
    <dgm:pt modelId="{4EF5A1FC-2029-4B3E-9710-B0350E312C4E}">
      <dgm:prSet/>
      <dgm:spPr/>
      <dgm:t>
        <a:bodyPr/>
        <a:lstStyle/>
        <a:p>
          <a:r>
            <a:rPr lang="en-US"/>
            <a:t>Goal: upgrade to a secure, auditable EMR backend with multiple roles and a patient portal.</a:t>
          </a:r>
        </a:p>
      </dgm:t>
    </dgm:pt>
    <dgm:pt modelId="{68FDEC96-3ADD-445A-8FC2-AD290C5F5CBC}" type="parTrans" cxnId="{AC283063-0814-4A07-A0F1-35C927FD4E7C}">
      <dgm:prSet/>
      <dgm:spPr/>
      <dgm:t>
        <a:bodyPr/>
        <a:lstStyle/>
        <a:p>
          <a:endParaRPr lang="en-US"/>
        </a:p>
      </dgm:t>
    </dgm:pt>
    <dgm:pt modelId="{4685CA31-DDAE-40CE-8334-F4FD1E6568CB}" type="sibTrans" cxnId="{AC283063-0814-4A07-A0F1-35C927FD4E7C}">
      <dgm:prSet/>
      <dgm:spPr/>
      <dgm:t>
        <a:bodyPr/>
        <a:lstStyle/>
        <a:p>
          <a:endParaRPr lang="en-US"/>
        </a:p>
      </dgm:t>
    </dgm:pt>
    <dgm:pt modelId="{A77767A7-9969-4428-9DD8-FFA3CBE27986}" type="pres">
      <dgm:prSet presAssocID="{AA945ECE-5370-4C52-B9EF-B1225640D3F8}" presName="root" presStyleCnt="0">
        <dgm:presLayoutVars>
          <dgm:dir/>
          <dgm:resizeHandles val="exact"/>
        </dgm:presLayoutVars>
      </dgm:prSet>
      <dgm:spPr/>
    </dgm:pt>
    <dgm:pt modelId="{415AFBD1-90CF-43FF-BB82-6F5C7D09ECA2}" type="pres">
      <dgm:prSet presAssocID="{5D60BC26-897B-4B05-805A-C7FB1665B314}" presName="compNode" presStyleCnt="0"/>
      <dgm:spPr/>
    </dgm:pt>
    <dgm:pt modelId="{BC2C162D-7A42-4F99-B108-A887D4AD3D5A}" type="pres">
      <dgm:prSet presAssocID="{5D60BC26-897B-4B05-805A-C7FB1665B3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74622DCA-B45C-4F5B-A5CB-6A1A7C030C25}" type="pres">
      <dgm:prSet presAssocID="{5D60BC26-897B-4B05-805A-C7FB1665B314}" presName="spaceRect" presStyleCnt="0"/>
      <dgm:spPr/>
    </dgm:pt>
    <dgm:pt modelId="{6D4CDADF-C963-462A-9E30-20BDDC4FD94A}" type="pres">
      <dgm:prSet presAssocID="{5D60BC26-897B-4B05-805A-C7FB1665B314}" presName="textRect" presStyleLbl="revTx" presStyleIdx="0" presStyleCnt="3">
        <dgm:presLayoutVars>
          <dgm:chMax val="1"/>
          <dgm:chPref val="1"/>
        </dgm:presLayoutVars>
      </dgm:prSet>
      <dgm:spPr/>
    </dgm:pt>
    <dgm:pt modelId="{1ED3B1BD-5DF2-47DB-B9EE-F891A524AAF0}" type="pres">
      <dgm:prSet presAssocID="{388595DD-3717-4F68-955B-567B34AFEAB8}" presName="sibTrans" presStyleCnt="0"/>
      <dgm:spPr/>
    </dgm:pt>
    <dgm:pt modelId="{E7D820D4-BD4C-45D8-86C5-27F9705E4A04}" type="pres">
      <dgm:prSet presAssocID="{CA9FF3CB-2475-42DB-9A23-9FE058797A86}" presName="compNode" presStyleCnt="0"/>
      <dgm:spPr/>
    </dgm:pt>
    <dgm:pt modelId="{C187706E-A534-4A06-B781-DF65436606CD}" type="pres">
      <dgm:prSet presAssocID="{CA9FF3CB-2475-42DB-9A23-9FE058797A8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B962930-7FB9-4A3B-906C-118BAA57DDF9}" type="pres">
      <dgm:prSet presAssocID="{CA9FF3CB-2475-42DB-9A23-9FE058797A86}" presName="spaceRect" presStyleCnt="0"/>
      <dgm:spPr/>
    </dgm:pt>
    <dgm:pt modelId="{AC4248B2-74CC-47DF-853B-92991A99FF6C}" type="pres">
      <dgm:prSet presAssocID="{CA9FF3CB-2475-42DB-9A23-9FE058797A86}" presName="textRect" presStyleLbl="revTx" presStyleIdx="1" presStyleCnt="3">
        <dgm:presLayoutVars>
          <dgm:chMax val="1"/>
          <dgm:chPref val="1"/>
        </dgm:presLayoutVars>
      </dgm:prSet>
      <dgm:spPr/>
    </dgm:pt>
    <dgm:pt modelId="{E0F67C20-7D94-4BE5-BC7D-DF1D568C7C6A}" type="pres">
      <dgm:prSet presAssocID="{F98BBBE6-B85B-44F7-8E5E-9982A272EE59}" presName="sibTrans" presStyleCnt="0"/>
      <dgm:spPr/>
    </dgm:pt>
    <dgm:pt modelId="{15B6C50F-598E-4CAD-B574-68EF03C698D6}" type="pres">
      <dgm:prSet presAssocID="{4EF5A1FC-2029-4B3E-9710-B0350E312C4E}" presName="compNode" presStyleCnt="0"/>
      <dgm:spPr/>
    </dgm:pt>
    <dgm:pt modelId="{8DF169FC-B876-45EC-AEBD-8AB278DB8F8E}" type="pres">
      <dgm:prSet presAssocID="{4EF5A1FC-2029-4B3E-9710-B0350E312C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985AB9A-B6F1-4E68-A709-1EEB94D938DA}" type="pres">
      <dgm:prSet presAssocID="{4EF5A1FC-2029-4B3E-9710-B0350E312C4E}" presName="spaceRect" presStyleCnt="0"/>
      <dgm:spPr/>
    </dgm:pt>
    <dgm:pt modelId="{6D8FC6A8-ECD0-493C-B8AF-33CBDA0A2A37}" type="pres">
      <dgm:prSet presAssocID="{4EF5A1FC-2029-4B3E-9710-B0350E312C4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C66BC62-327A-4A4F-9740-5E56085A81E5}" srcId="{AA945ECE-5370-4C52-B9EF-B1225640D3F8}" destId="{CA9FF3CB-2475-42DB-9A23-9FE058797A86}" srcOrd="1" destOrd="0" parTransId="{3DBC18F9-AAAF-4EAC-92F6-66094CE12611}" sibTransId="{F98BBBE6-B85B-44F7-8E5E-9982A272EE59}"/>
    <dgm:cxn modelId="{AC283063-0814-4A07-A0F1-35C927FD4E7C}" srcId="{AA945ECE-5370-4C52-B9EF-B1225640D3F8}" destId="{4EF5A1FC-2029-4B3E-9710-B0350E312C4E}" srcOrd="2" destOrd="0" parTransId="{68FDEC96-3ADD-445A-8FC2-AD290C5F5CBC}" sibTransId="{4685CA31-DDAE-40CE-8334-F4FD1E6568CB}"/>
    <dgm:cxn modelId="{F888D280-1150-484E-B076-966476F43026}" type="presOf" srcId="{AA945ECE-5370-4C52-B9EF-B1225640D3F8}" destId="{A77767A7-9969-4428-9DD8-FFA3CBE27986}" srcOrd="0" destOrd="0" presId="urn:microsoft.com/office/officeart/2018/2/layout/IconLabelList"/>
    <dgm:cxn modelId="{E6435881-20F2-42A6-B200-6ED2A04C7A42}" type="presOf" srcId="{CA9FF3CB-2475-42DB-9A23-9FE058797A86}" destId="{AC4248B2-74CC-47DF-853B-92991A99FF6C}" srcOrd="0" destOrd="0" presId="urn:microsoft.com/office/officeart/2018/2/layout/IconLabelList"/>
    <dgm:cxn modelId="{5A70FE92-C58A-4769-B657-58C7BE7EDAE2}" srcId="{AA945ECE-5370-4C52-B9EF-B1225640D3F8}" destId="{5D60BC26-897B-4B05-805A-C7FB1665B314}" srcOrd="0" destOrd="0" parTransId="{893C4994-5F0D-475F-98DD-80AC87BF6DF2}" sibTransId="{388595DD-3717-4F68-955B-567B34AFEAB8}"/>
    <dgm:cxn modelId="{36313F9E-FA4B-4B12-95DB-77CE8D035BD6}" type="presOf" srcId="{5D60BC26-897B-4B05-805A-C7FB1665B314}" destId="{6D4CDADF-C963-462A-9E30-20BDDC4FD94A}" srcOrd="0" destOrd="0" presId="urn:microsoft.com/office/officeart/2018/2/layout/IconLabelList"/>
    <dgm:cxn modelId="{AF060DCF-4578-4011-9D66-3AB2F0278791}" type="presOf" srcId="{4EF5A1FC-2029-4B3E-9710-B0350E312C4E}" destId="{6D8FC6A8-ECD0-493C-B8AF-33CBDA0A2A37}" srcOrd="0" destOrd="0" presId="urn:microsoft.com/office/officeart/2018/2/layout/IconLabelList"/>
    <dgm:cxn modelId="{5D59DC36-0394-44A6-839E-9BE11BA5FF22}" type="presParOf" srcId="{A77767A7-9969-4428-9DD8-FFA3CBE27986}" destId="{415AFBD1-90CF-43FF-BB82-6F5C7D09ECA2}" srcOrd="0" destOrd="0" presId="urn:microsoft.com/office/officeart/2018/2/layout/IconLabelList"/>
    <dgm:cxn modelId="{A209EB21-5B3F-42E9-A236-499C75C3D4C0}" type="presParOf" srcId="{415AFBD1-90CF-43FF-BB82-6F5C7D09ECA2}" destId="{BC2C162D-7A42-4F99-B108-A887D4AD3D5A}" srcOrd="0" destOrd="0" presId="urn:microsoft.com/office/officeart/2018/2/layout/IconLabelList"/>
    <dgm:cxn modelId="{14F7530E-8811-4B79-9D93-6C9C7ACAFE87}" type="presParOf" srcId="{415AFBD1-90CF-43FF-BB82-6F5C7D09ECA2}" destId="{74622DCA-B45C-4F5B-A5CB-6A1A7C030C25}" srcOrd="1" destOrd="0" presId="urn:microsoft.com/office/officeart/2018/2/layout/IconLabelList"/>
    <dgm:cxn modelId="{15C1EC7F-A345-4AF1-BC87-ED1A8D64496F}" type="presParOf" srcId="{415AFBD1-90CF-43FF-BB82-6F5C7D09ECA2}" destId="{6D4CDADF-C963-462A-9E30-20BDDC4FD94A}" srcOrd="2" destOrd="0" presId="urn:microsoft.com/office/officeart/2018/2/layout/IconLabelList"/>
    <dgm:cxn modelId="{7153543D-7AD4-401F-A478-E092720A050E}" type="presParOf" srcId="{A77767A7-9969-4428-9DD8-FFA3CBE27986}" destId="{1ED3B1BD-5DF2-47DB-B9EE-F891A524AAF0}" srcOrd="1" destOrd="0" presId="urn:microsoft.com/office/officeart/2018/2/layout/IconLabelList"/>
    <dgm:cxn modelId="{30FA9B1F-BB3B-498E-AD39-F18193BA4DCE}" type="presParOf" srcId="{A77767A7-9969-4428-9DD8-FFA3CBE27986}" destId="{E7D820D4-BD4C-45D8-86C5-27F9705E4A04}" srcOrd="2" destOrd="0" presId="urn:microsoft.com/office/officeart/2018/2/layout/IconLabelList"/>
    <dgm:cxn modelId="{0FC743A9-DCB0-4EB9-8BBE-EB64C8212A88}" type="presParOf" srcId="{E7D820D4-BD4C-45D8-86C5-27F9705E4A04}" destId="{C187706E-A534-4A06-B781-DF65436606CD}" srcOrd="0" destOrd="0" presId="urn:microsoft.com/office/officeart/2018/2/layout/IconLabelList"/>
    <dgm:cxn modelId="{39A0DF30-D345-4028-8216-CAF0DE80FC5D}" type="presParOf" srcId="{E7D820D4-BD4C-45D8-86C5-27F9705E4A04}" destId="{FB962930-7FB9-4A3B-906C-118BAA57DDF9}" srcOrd="1" destOrd="0" presId="urn:microsoft.com/office/officeart/2018/2/layout/IconLabelList"/>
    <dgm:cxn modelId="{39DD09C0-8E12-4EAC-AA92-D6663E92D22B}" type="presParOf" srcId="{E7D820D4-BD4C-45D8-86C5-27F9705E4A04}" destId="{AC4248B2-74CC-47DF-853B-92991A99FF6C}" srcOrd="2" destOrd="0" presId="urn:microsoft.com/office/officeart/2018/2/layout/IconLabelList"/>
    <dgm:cxn modelId="{1D17C8AA-BDB6-4437-B92C-991D2CB5071D}" type="presParOf" srcId="{A77767A7-9969-4428-9DD8-FFA3CBE27986}" destId="{E0F67C20-7D94-4BE5-BC7D-DF1D568C7C6A}" srcOrd="3" destOrd="0" presId="urn:microsoft.com/office/officeart/2018/2/layout/IconLabelList"/>
    <dgm:cxn modelId="{CCE994BD-A304-4103-AA21-5C4766256A4A}" type="presParOf" srcId="{A77767A7-9969-4428-9DD8-FFA3CBE27986}" destId="{15B6C50F-598E-4CAD-B574-68EF03C698D6}" srcOrd="4" destOrd="0" presId="urn:microsoft.com/office/officeart/2018/2/layout/IconLabelList"/>
    <dgm:cxn modelId="{FCA4F6ED-3E2B-4AFB-A6D0-79D488CDE13F}" type="presParOf" srcId="{15B6C50F-598E-4CAD-B574-68EF03C698D6}" destId="{8DF169FC-B876-45EC-AEBD-8AB278DB8F8E}" srcOrd="0" destOrd="0" presId="urn:microsoft.com/office/officeart/2018/2/layout/IconLabelList"/>
    <dgm:cxn modelId="{3A533C1C-ADD6-4056-B459-492D91527FE1}" type="presParOf" srcId="{15B6C50F-598E-4CAD-B574-68EF03C698D6}" destId="{5985AB9A-B6F1-4E68-A709-1EEB94D938DA}" srcOrd="1" destOrd="0" presId="urn:microsoft.com/office/officeart/2018/2/layout/IconLabelList"/>
    <dgm:cxn modelId="{B103B887-FF46-43D3-AFD5-4CF32B8E6BE5}" type="presParOf" srcId="{15B6C50F-598E-4CAD-B574-68EF03C698D6}" destId="{6D8FC6A8-ECD0-493C-B8AF-33CBDA0A2A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E2137E-7285-475B-8D4F-D3B0269FBF9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4A4500-4579-4371-A345-D0CBEC1FD94A}">
      <dgm:prSet/>
      <dgm:spPr/>
      <dgm:t>
        <a:bodyPr/>
        <a:lstStyle/>
        <a:p>
          <a:r>
            <a:rPr lang="en-US"/>
            <a:t>From provider-only schema → unified user + RBAC + departments + pharmacy module.</a:t>
          </a:r>
        </a:p>
      </dgm:t>
    </dgm:pt>
    <dgm:pt modelId="{31A7BA84-5912-4075-9504-6A140B9FAC98}" type="parTrans" cxnId="{8CF2385B-F9CB-4D2D-8DB2-617BC5E751A1}">
      <dgm:prSet/>
      <dgm:spPr/>
      <dgm:t>
        <a:bodyPr/>
        <a:lstStyle/>
        <a:p>
          <a:endParaRPr lang="en-US"/>
        </a:p>
      </dgm:t>
    </dgm:pt>
    <dgm:pt modelId="{3E14F461-7581-48D4-8CC5-F248462224D0}" type="sibTrans" cxnId="{8CF2385B-F9CB-4D2D-8DB2-617BC5E751A1}">
      <dgm:prSet/>
      <dgm:spPr/>
      <dgm:t>
        <a:bodyPr/>
        <a:lstStyle/>
        <a:p>
          <a:endParaRPr lang="en-US"/>
        </a:p>
      </dgm:t>
    </dgm:pt>
    <dgm:pt modelId="{B74B70AF-89E7-4C34-9859-BA6A08477B8B}">
      <dgm:prSet/>
      <dgm:spPr/>
      <dgm:t>
        <a:bodyPr/>
        <a:lstStyle/>
        <a:p>
          <a:r>
            <a:rPr lang="en-US"/>
            <a:t>Added audit_log, triggers, SHA-256 password hashing, 22+ stored procedures, 14+ indexes.</a:t>
          </a:r>
        </a:p>
      </dgm:t>
    </dgm:pt>
    <dgm:pt modelId="{F7E9F9B7-71FA-4A81-A028-76C6FFBB47DB}" type="parTrans" cxnId="{F6438CE2-9947-4831-88D9-DC4D43AE1936}">
      <dgm:prSet/>
      <dgm:spPr/>
      <dgm:t>
        <a:bodyPr/>
        <a:lstStyle/>
        <a:p>
          <a:endParaRPr lang="en-US"/>
        </a:p>
      </dgm:t>
    </dgm:pt>
    <dgm:pt modelId="{4A1D82C2-7CE9-4617-8483-F392F024C938}" type="sibTrans" cxnId="{F6438CE2-9947-4831-88D9-DC4D43AE1936}">
      <dgm:prSet/>
      <dgm:spPr/>
      <dgm:t>
        <a:bodyPr/>
        <a:lstStyle/>
        <a:p>
          <a:endParaRPr lang="en-US"/>
        </a:p>
      </dgm:t>
    </dgm:pt>
    <dgm:pt modelId="{06ACECF8-BE21-4684-96AD-C8D85C7E362D}">
      <dgm:prSet/>
      <dgm:spPr/>
      <dgm:t>
        <a:bodyPr/>
        <a:lstStyle/>
        <a:p>
          <a:r>
            <a:rPr lang="en-US"/>
            <a:t>Deliverables: Requirements spec (Word), UML model, ER diagram (Workbench), DB creation script + test data.</a:t>
          </a:r>
        </a:p>
      </dgm:t>
    </dgm:pt>
    <dgm:pt modelId="{E30E2684-FB85-40F1-913A-AF7DEA15A7BC}" type="parTrans" cxnId="{BA6B96B5-3F1C-4809-AF82-B0006A84FA19}">
      <dgm:prSet/>
      <dgm:spPr/>
      <dgm:t>
        <a:bodyPr/>
        <a:lstStyle/>
        <a:p>
          <a:endParaRPr lang="en-US"/>
        </a:p>
      </dgm:t>
    </dgm:pt>
    <dgm:pt modelId="{376A5C63-65C8-48E2-98B5-59FC2E7BDD44}" type="sibTrans" cxnId="{BA6B96B5-3F1C-4809-AF82-B0006A84FA19}">
      <dgm:prSet/>
      <dgm:spPr/>
      <dgm:t>
        <a:bodyPr/>
        <a:lstStyle/>
        <a:p>
          <a:endParaRPr lang="en-US"/>
        </a:p>
      </dgm:t>
    </dgm:pt>
    <dgm:pt modelId="{CE3478A2-6293-47CB-8EB6-BDE833FD7D2D}">
      <dgm:prSet/>
      <dgm:spPr/>
      <dgm:t>
        <a:bodyPr/>
        <a:lstStyle/>
        <a:p>
          <a:r>
            <a:rPr lang="en-US"/>
            <a:t>SQL scripts for stored procedures, triggers, views, indexes; organized into one ZIP folder.</a:t>
          </a:r>
        </a:p>
      </dgm:t>
    </dgm:pt>
    <dgm:pt modelId="{8BFCF7A6-4805-43AF-8226-933625A99602}" type="parTrans" cxnId="{4F02E497-8282-47F4-A98E-BD949513B039}">
      <dgm:prSet/>
      <dgm:spPr/>
      <dgm:t>
        <a:bodyPr/>
        <a:lstStyle/>
        <a:p>
          <a:endParaRPr lang="en-US"/>
        </a:p>
      </dgm:t>
    </dgm:pt>
    <dgm:pt modelId="{358B1BCD-B183-4DE8-BBC4-F051BA83A47B}" type="sibTrans" cxnId="{4F02E497-8282-47F4-A98E-BD949513B039}">
      <dgm:prSet/>
      <dgm:spPr/>
      <dgm:t>
        <a:bodyPr/>
        <a:lstStyle/>
        <a:p>
          <a:endParaRPr lang="en-US"/>
        </a:p>
      </dgm:t>
    </dgm:pt>
    <dgm:pt modelId="{B76E66FD-986F-4D15-A26F-1632F137863F}" type="pres">
      <dgm:prSet presAssocID="{27E2137E-7285-475B-8D4F-D3B0269FBF96}" presName="root" presStyleCnt="0">
        <dgm:presLayoutVars>
          <dgm:dir/>
          <dgm:resizeHandles val="exact"/>
        </dgm:presLayoutVars>
      </dgm:prSet>
      <dgm:spPr/>
    </dgm:pt>
    <dgm:pt modelId="{47125C45-CF3B-4F41-A6F2-6CB28339656F}" type="pres">
      <dgm:prSet presAssocID="{AE4A4500-4579-4371-A345-D0CBEC1FD94A}" presName="compNode" presStyleCnt="0"/>
      <dgm:spPr/>
    </dgm:pt>
    <dgm:pt modelId="{1DC0B313-CAAB-409C-9B36-23CC44980F70}" type="pres">
      <dgm:prSet presAssocID="{AE4A4500-4579-4371-A345-D0CBEC1FD94A}" presName="bgRect" presStyleLbl="bgShp" presStyleIdx="0" presStyleCnt="4"/>
      <dgm:spPr/>
    </dgm:pt>
    <dgm:pt modelId="{75199360-8036-438F-A0D1-6B7A1E569988}" type="pres">
      <dgm:prSet presAssocID="{AE4A4500-4579-4371-A345-D0CBEC1FD9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C028BA7-A805-42D2-8B81-833CAD77FA61}" type="pres">
      <dgm:prSet presAssocID="{AE4A4500-4579-4371-A345-D0CBEC1FD94A}" presName="spaceRect" presStyleCnt="0"/>
      <dgm:spPr/>
    </dgm:pt>
    <dgm:pt modelId="{8AB00B61-33FD-4825-8074-5C66FC8A309A}" type="pres">
      <dgm:prSet presAssocID="{AE4A4500-4579-4371-A345-D0CBEC1FD94A}" presName="parTx" presStyleLbl="revTx" presStyleIdx="0" presStyleCnt="4">
        <dgm:presLayoutVars>
          <dgm:chMax val="0"/>
          <dgm:chPref val="0"/>
        </dgm:presLayoutVars>
      </dgm:prSet>
      <dgm:spPr/>
    </dgm:pt>
    <dgm:pt modelId="{7E671188-D223-4526-BB0E-6046D2A2D4FE}" type="pres">
      <dgm:prSet presAssocID="{3E14F461-7581-48D4-8CC5-F248462224D0}" presName="sibTrans" presStyleCnt="0"/>
      <dgm:spPr/>
    </dgm:pt>
    <dgm:pt modelId="{801AEF74-2B89-4AEF-A2B0-69782C3190C7}" type="pres">
      <dgm:prSet presAssocID="{B74B70AF-89E7-4C34-9859-BA6A08477B8B}" presName="compNode" presStyleCnt="0"/>
      <dgm:spPr/>
    </dgm:pt>
    <dgm:pt modelId="{98B2983D-B6A4-4D9E-A422-AAB388802B64}" type="pres">
      <dgm:prSet presAssocID="{B74B70AF-89E7-4C34-9859-BA6A08477B8B}" presName="bgRect" presStyleLbl="bgShp" presStyleIdx="1" presStyleCnt="4"/>
      <dgm:spPr/>
    </dgm:pt>
    <dgm:pt modelId="{13B1BD6F-A043-4AF9-BF23-9DEF45E31CBC}" type="pres">
      <dgm:prSet presAssocID="{B74B70AF-89E7-4C34-9859-BA6A08477B8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1CF9AAFD-3513-40F1-8688-E976AF703837}" type="pres">
      <dgm:prSet presAssocID="{B74B70AF-89E7-4C34-9859-BA6A08477B8B}" presName="spaceRect" presStyleCnt="0"/>
      <dgm:spPr/>
    </dgm:pt>
    <dgm:pt modelId="{0623655F-2F46-4BC0-AB5E-B8AF6E86EDCC}" type="pres">
      <dgm:prSet presAssocID="{B74B70AF-89E7-4C34-9859-BA6A08477B8B}" presName="parTx" presStyleLbl="revTx" presStyleIdx="1" presStyleCnt="4">
        <dgm:presLayoutVars>
          <dgm:chMax val="0"/>
          <dgm:chPref val="0"/>
        </dgm:presLayoutVars>
      </dgm:prSet>
      <dgm:spPr/>
    </dgm:pt>
    <dgm:pt modelId="{38328605-C3D1-4157-BCB0-F00E62BB8135}" type="pres">
      <dgm:prSet presAssocID="{4A1D82C2-7CE9-4617-8483-F392F024C938}" presName="sibTrans" presStyleCnt="0"/>
      <dgm:spPr/>
    </dgm:pt>
    <dgm:pt modelId="{E4A2820D-2B4D-4F14-8DA0-7923CDD47056}" type="pres">
      <dgm:prSet presAssocID="{06ACECF8-BE21-4684-96AD-C8D85C7E362D}" presName="compNode" presStyleCnt="0"/>
      <dgm:spPr/>
    </dgm:pt>
    <dgm:pt modelId="{A23E7052-13B0-406C-A7E4-C1A31DDBE13F}" type="pres">
      <dgm:prSet presAssocID="{06ACECF8-BE21-4684-96AD-C8D85C7E362D}" presName="bgRect" presStyleLbl="bgShp" presStyleIdx="2" presStyleCnt="4"/>
      <dgm:spPr/>
    </dgm:pt>
    <dgm:pt modelId="{00F45C79-A174-40B3-A749-21B8094E0DB2}" type="pres">
      <dgm:prSet presAssocID="{06ACECF8-BE21-4684-96AD-C8D85C7E36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F5C48F4-DF0B-40E6-B8E7-72DD410CA012}" type="pres">
      <dgm:prSet presAssocID="{06ACECF8-BE21-4684-96AD-C8D85C7E362D}" presName="spaceRect" presStyleCnt="0"/>
      <dgm:spPr/>
    </dgm:pt>
    <dgm:pt modelId="{A1B10601-0D4E-4538-A0C9-A07CD2F540C7}" type="pres">
      <dgm:prSet presAssocID="{06ACECF8-BE21-4684-96AD-C8D85C7E362D}" presName="parTx" presStyleLbl="revTx" presStyleIdx="2" presStyleCnt="4">
        <dgm:presLayoutVars>
          <dgm:chMax val="0"/>
          <dgm:chPref val="0"/>
        </dgm:presLayoutVars>
      </dgm:prSet>
      <dgm:spPr/>
    </dgm:pt>
    <dgm:pt modelId="{1BA7F33A-FEF9-4DFD-BD76-96A86EF72FAF}" type="pres">
      <dgm:prSet presAssocID="{376A5C63-65C8-48E2-98B5-59FC2E7BDD44}" presName="sibTrans" presStyleCnt="0"/>
      <dgm:spPr/>
    </dgm:pt>
    <dgm:pt modelId="{4C301A77-6A58-4DA2-8C49-F43A7FD1E5FC}" type="pres">
      <dgm:prSet presAssocID="{CE3478A2-6293-47CB-8EB6-BDE833FD7D2D}" presName="compNode" presStyleCnt="0"/>
      <dgm:spPr/>
    </dgm:pt>
    <dgm:pt modelId="{7CD407A0-A4F8-494E-86D9-4832D2C86C92}" type="pres">
      <dgm:prSet presAssocID="{CE3478A2-6293-47CB-8EB6-BDE833FD7D2D}" presName="bgRect" presStyleLbl="bgShp" presStyleIdx="3" presStyleCnt="4"/>
      <dgm:spPr/>
    </dgm:pt>
    <dgm:pt modelId="{1B7BA38D-8F9E-48ED-98A8-3FE1390131F6}" type="pres">
      <dgm:prSet presAssocID="{CE3478A2-6293-47CB-8EB6-BDE833FD7D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1138EB3-B110-4E3D-A252-BA82BD469399}" type="pres">
      <dgm:prSet presAssocID="{CE3478A2-6293-47CB-8EB6-BDE833FD7D2D}" presName="spaceRect" presStyleCnt="0"/>
      <dgm:spPr/>
    </dgm:pt>
    <dgm:pt modelId="{BA0EFEFA-65E2-46E5-AA37-08E82BAF9877}" type="pres">
      <dgm:prSet presAssocID="{CE3478A2-6293-47CB-8EB6-BDE833FD7D2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2855C39-66A6-45FB-9244-F10DC0DE2061}" type="presOf" srcId="{CE3478A2-6293-47CB-8EB6-BDE833FD7D2D}" destId="{BA0EFEFA-65E2-46E5-AA37-08E82BAF9877}" srcOrd="0" destOrd="0" presId="urn:microsoft.com/office/officeart/2018/2/layout/IconVerticalSolidList"/>
    <dgm:cxn modelId="{8CF2385B-F9CB-4D2D-8DB2-617BC5E751A1}" srcId="{27E2137E-7285-475B-8D4F-D3B0269FBF96}" destId="{AE4A4500-4579-4371-A345-D0CBEC1FD94A}" srcOrd="0" destOrd="0" parTransId="{31A7BA84-5912-4075-9504-6A140B9FAC98}" sibTransId="{3E14F461-7581-48D4-8CC5-F248462224D0}"/>
    <dgm:cxn modelId="{D1A01B52-C39C-4074-B651-D5A02049D4CA}" type="presOf" srcId="{06ACECF8-BE21-4684-96AD-C8D85C7E362D}" destId="{A1B10601-0D4E-4538-A0C9-A07CD2F540C7}" srcOrd="0" destOrd="0" presId="urn:microsoft.com/office/officeart/2018/2/layout/IconVerticalSolidList"/>
    <dgm:cxn modelId="{4F02E497-8282-47F4-A98E-BD949513B039}" srcId="{27E2137E-7285-475B-8D4F-D3B0269FBF96}" destId="{CE3478A2-6293-47CB-8EB6-BDE833FD7D2D}" srcOrd="3" destOrd="0" parTransId="{8BFCF7A6-4805-43AF-8226-933625A99602}" sibTransId="{358B1BCD-B183-4DE8-BBC4-F051BA83A47B}"/>
    <dgm:cxn modelId="{BA6B96B5-3F1C-4809-AF82-B0006A84FA19}" srcId="{27E2137E-7285-475B-8D4F-D3B0269FBF96}" destId="{06ACECF8-BE21-4684-96AD-C8D85C7E362D}" srcOrd="2" destOrd="0" parTransId="{E30E2684-FB85-40F1-913A-AF7DEA15A7BC}" sibTransId="{376A5C63-65C8-48E2-98B5-59FC2E7BDD44}"/>
    <dgm:cxn modelId="{4EA44DB7-901E-4E5E-A4CD-EF4367BD00E1}" type="presOf" srcId="{B74B70AF-89E7-4C34-9859-BA6A08477B8B}" destId="{0623655F-2F46-4BC0-AB5E-B8AF6E86EDCC}" srcOrd="0" destOrd="0" presId="urn:microsoft.com/office/officeart/2018/2/layout/IconVerticalSolidList"/>
    <dgm:cxn modelId="{BF525ACE-B6F7-491E-8AD9-C6662790D9E4}" type="presOf" srcId="{AE4A4500-4579-4371-A345-D0CBEC1FD94A}" destId="{8AB00B61-33FD-4825-8074-5C66FC8A309A}" srcOrd="0" destOrd="0" presId="urn:microsoft.com/office/officeart/2018/2/layout/IconVerticalSolidList"/>
    <dgm:cxn modelId="{279ACFCF-2B84-4642-8DF2-8D6BC436A449}" type="presOf" srcId="{27E2137E-7285-475B-8D4F-D3B0269FBF96}" destId="{B76E66FD-986F-4D15-A26F-1632F137863F}" srcOrd="0" destOrd="0" presId="urn:microsoft.com/office/officeart/2018/2/layout/IconVerticalSolidList"/>
    <dgm:cxn modelId="{F6438CE2-9947-4831-88D9-DC4D43AE1936}" srcId="{27E2137E-7285-475B-8D4F-D3B0269FBF96}" destId="{B74B70AF-89E7-4C34-9859-BA6A08477B8B}" srcOrd="1" destOrd="0" parTransId="{F7E9F9B7-71FA-4A81-A028-76C6FFBB47DB}" sibTransId="{4A1D82C2-7CE9-4617-8483-F392F024C938}"/>
    <dgm:cxn modelId="{205044A3-2447-401E-BC1F-3AEE9A939D9A}" type="presParOf" srcId="{B76E66FD-986F-4D15-A26F-1632F137863F}" destId="{47125C45-CF3B-4F41-A6F2-6CB28339656F}" srcOrd="0" destOrd="0" presId="urn:microsoft.com/office/officeart/2018/2/layout/IconVerticalSolidList"/>
    <dgm:cxn modelId="{CF618E42-D232-4084-B375-09F7E6133E0A}" type="presParOf" srcId="{47125C45-CF3B-4F41-A6F2-6CB28339656F}" destId="{1DC0B313-CAAB-409C-9B36-23CC44980F70}" srcOrd="0" destOrd="0" presId="urn:microsoft.com/office/officeart/2018/2/layout/IconVerticalSolidList"/>
    <dgm:cxn modelId="{CE7E37B1-9206-42CA-AF0F-234E6D9E3890}" type="presParOf" srcId="{47125C45-CF3B-4F41-A6F2-6CB28339656F}" destId="{75199360-8036-438F-A0D1-6B7A1E569988}" srcOrd="1" destOrd="0" presId="urn:microsoft.com/office/officeart/2018/2/layout/IconVerticalSolidList"/>
    <dgm:cxn modelId="{D894D260-B202-48B9-85DE-9576A2F9A594}" type="presParOf" srcId="{47125C45-CF3B-4F41-A6F2-6CB28339656F}" destId="{7C028BA7-A805-42D2-8B81-833CAD77FA61}" srcOrd="2" destOrd="0" presId="urn:microsoft.com/office/officeart/2018/2/layout/IconVerticalSolidList"/>
    <dgm:cxn modelId="{EEE2E96D-66CC-4C7B-BC21-0D04F3EBA55C}" type="presParOf" srcId="{47125C45-CF3B-4F41-A6F2-6CB28339656F}" destId="{8AB00B61-33FD-4825-8074-5C66FC8A309A}" srcOrd="3" destOrd="0" presId="urn:microsoft.com/office/officeart/2018/2/layout/IconVerticalSolidList"/>
    <dgm:cxn modelId="{AC3A425E-A4F1-4707-8B78-E8CD0643ECD7}" type="presParOf" srcId="{B76E66FD-986F-4D15-A26F-1632F137863F}" destId="{7E671188-D223-4526-BB0E-6046D2A2D4FE}" srcOrd="1" destOrd="0" presId="urn:microsoft.com/office/officeart/2018/2/layout/IconVerticalSolidList"/>
    <dgm:cxn modelId="{D4E4E924-F72C-400C-B450-D9ECEFA67B40}" type="presParOf" srcId="{B76E66FD-986F-4D15-A26F-1632F137863F}" destId="{801AEF74-2B89-4AEF-A2B0-69782C3190C7}" srcOrd="2" destOrd="0" presId="urn:microsoft.com/office/officeart/2018/2/layout/IconVerticalSolidList"/>
    <dgm:cxn modelId="{5A0B33D0-6BE1-432B-A90B-2D28BD2A94ED}" type="presParOf" srcId="{801AEF74-2B89-4AEF-A2B0-69782C3190C7}" destId="{98B2983D-B6A4-4D9E-A422-AAB388802B64}" srcOrd="0" destOrd="0" presId="urn:microsoft.com/office/officeart/2018/2/layout/IconVerticalSolidList"/>
    <dgm:cxn modelId="{FFF31015-C033-43B1-9E5E-BFD243CFB1F8}" type="presParOf" srcId="{801AEF74-2B89-4AEF-A2B0-69782C3190C7}" destId="{13B1BD6F-A043-4AF9-BF23-9DEF45E31CBC}" srcOrd="1" destOrd="0" presId="urn:microsoft.com/office/officeart/2018/2/layout/IconVerticalSolidList"/>
    <dgm:cxn modelId="{EDF73877-A168-40A7-A921-F12E4909C0EA}" type="presParOf" srcId="{801AEF74-2B89-4AEF-A2B0-69782C3190C7}" destId="{1CF9AAFD-3513-40F1-8688-E976AF703837}" srcOrd="2" destOrd="0" presId="urn:microsoft.com/office/officeart/2018/2/layout/IconVerticalSolidList"/>
    <dgm:cxn modelId="{CAAEB954-B1DD-4BC6-827C-7F9128ECBE5F}" type="presParOf" srcId="{801AEF74-2B89-4AEF-A2B0-69782C3190C7}" destId="{0623655F-2F46-4BC0-AB5E-B8AF6E86EDCC}" srcOrd="3" destOrd="0" presId="urn:microsoft.com/office/officeart/2018/2/layout/IconVerticalSolidList"/>
    <dgm:cxn modelId="{7C454E76-A16A-4299-8432-E8675A11CB85}" type="presParOf" srcId="{B76E66FD-986F-4D15-A26F-1632F137863F}" destId="{38328605-C3D1-4157-BCB0-F00E62BB8135}" srcOrd="3" destOrd="0" presId="urn:microsoft.com/office/officeart/2018/2/layout/IconVerticalSolidList"/>
    <dgm:cxn modelId="{3006815F-5DD1-4003-B42C-5A6C1F38D09A}" type="presParOf" srcId="{B76E66FD-986F-4D15-A26F-1632F137863F}" destId="{E4A2820D-2B4D-4F14-8DA0-7923CDD47056}" srcOrd="4" destOrd="0" presId="urn:microsoft.com/office/officeart/2018/2/layout/IconVerticalSolidList"/>
    <dgm:cxn modelId="{26606530-AA0F-4E05-A21B-06B3DE88C64C}" type="presParOf" srcId="{E4A2820D-2B4D-4F14-8DA0-7923CDD47056}" destId="{A23E7052-13B0-406C-A7E4-C1A31DDBE13F}" srcOrd="0" destOrd="0" presId="urn:microsoft.com/office/officeart/2018/2/layout/IconVerticalSolidList"/>
    <dgm:cxn modelId="{027B2B47-C30D-47AA-A7C2-ADDD2894446B}" type="presParOf" srcId="{E4A2820D-2B4D-4F14-8DA0-7923CDD47056}" destId="{00F45C79-A174-40B3-A749-21B8094E0DB2}" srcOrd="1" destOrd="0" presId="urn:microsoft.com/office/officeart/2018/2/layout/IconVerticalSolidList"/>
    <dgm:cxn modelId="{28CF8F4E-0B27-4609-9B47-B0E77ECD3C22}" type="presParOf" srcId="{E4A2820D-2B4D-4F14-8DA0-7923CDD47056}" destId="{2F5C48F4-DF0B-40E6-B8E7-72DD410CA012}" srcOrd="2" destOrd="0" presId="urn:microsoft.com/office/officeart/2018/2/layout/IconVerticalSolidList"/>
    <dgm:cxn modelId="{612AAD08-4646-4E4B-9E7E-A1D5781BF066}" type="presParOf" srcId="{E4A2820D-2B4D-4F14-8DA0-7923CDD47056}" destId="{A1B10601-0D4E-4538-A0C9-A07CD2F540C7}" srcOrd="3" destOrd="0" presId="urn:microsoft.com/office/officeart/2018/2/layout/IconVerticalSolidList"/>
    <dgm:cxn modelId="{A53A70A0-8CA7-477C-8878-25F0F9C38A74}" type="presParOf" srcId="{B76E66FD-986F-4D15-A26F-1632F137863F}" destId="{1BA7F33A-FEF9-4DFD-BD76-96A86EF72FAF}" srcOrd="5" destOrd="0" presId="urn:microsoft.com/office/officeart/2018/2/layout/IconVerticalSolidList"/>
    <dgm:cxn modelId="{FD9F8E7F-D4E9-4C50-A445-3F6B6DA18B51}" type="presParOf" srcId="{B76E66FD-986F-4D15-A26F-1632F137863F}" destId="{4C301A77-6A58-4DA2-8C49-F43A7FD1E5FC}" srcOrd="6" destOrd="0" presId="urn:microsoft.com/office/officeart/2018/2/layout/IconVerticalSolidList"/>
    <dgm:cxn modelId="{33553E0B-A41E-4D82-8F2E-BEE92890FE8B}" type="presParOf" srcId="{4C301A77-6A58-4DA2-8C49-F43A7FD1E5FC}" destId="{7CD407A0-A4F8-494E-86D9-4832D2C86C92}" srcOrd="0" destOrd="0" presId="urn:microsoft.com/office/officeart/2018/2/layout/IconVerticalSolidList"/>
    <dgm:cxn modelId="{BE5CF52F-C045-4EEF-916A-9C42AE976018}" type="presParOf" srcId="{4C301A77-6A58-4DA2-8C49-F43A7FD1E5FC}" destId="{1B7BA38D-8F9E-48ED-98A8-3FE1390131F6}" srcOrd="1" destOrd="0" presId="urn:microsoft.com/office/officeart/2018/2/layout/IconVerticalSolidList"/>
    <dgm:cxn modelId="{B99B280A-6090-4B86-992E-11025DC7B4F4}" type="presParOf" srcId="{4C301A77-6A58-4DA2-8C49-F43A7FD1E5FC}" destId="{61138EB3-B110-4E3D-A252-BA82BD469399}" srcOrd="2" destOrd="0" presId="urn:microsoft.com/office/officeart/2018/2/layout/IconVerticalSolidList"/>
    <dgm:cxn modelId="{54A9EAEF-F9F2-45CE-9B68-91D2F170ABCA}" type="presParOf" srcId="{4C301A77-6A58-4DA2-8C49-F43A7FD1E5FC}" destId="{BA0EFEFA-65E2-46E5-AA37-08E82BAF98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1D66D9-9C6E-4270-A78B-FE6498DB65B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1A816C-BC91-4171-B30F-D82D0DC039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1) Show ER diagram in MySQL Workbench</a:t>
          </a:r>
        </a:p>
      </dgm:t>
    </dgm:pt>
    <dgm:pt modelId="{46F5C5F9-FBCC-4364-A505-D3EC983738C8}" type="parTrans" cxnId="{15DE14A2-A11E-49D4-94C5-AA00CB9EE36A}">
      <dgm:prSet/>
      <dgm:spPr/>
      <dgm:t>
        <a:bodyPr/>
        <a:lstStyle/>
        <a:p>
          <a:endParaRPr lang="en-US"/>
        </a:p>
      </dgm:t>
    </dgm:pt>
    <dgm:pt modelId="{97FA963D-C938-47C8-82D1-BD40B64BB9F1}" type="sibTrans" cxnId="{15DE14A2-A11E-49D4-94C5-AA00CB9EE3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FA54BD-D166-4494-BC64-5628DA7F9B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2) Run the stored procedure to create a new patient; show the patient row.</a:t>
          </a:r>
        </a:p>
      </dgm:t>
    </dgm:pt>
    <dgm:pt modelId="{1A98D07B-AE59-427F-BC82-9B32D1115F4D}" type="parTrans" cxnId="{EC96BBCE-10FF-45A2-ACB8-F07D3F2A6D1C}">
      <dgm:prSet/>
      <dgm:spPr/>
      <dgm:t>
        <a:bodyPr/>
        <a:lstStyle/>
        <a:p>
          <a:endParaRPr lang="en-US"/>
        </a:p>
      </dgm:t>
    </dgm:pt>
    <dgm:pt modelId="{3ACABD25-3E2C-45A9-90D8-D77EF5445D1E}" type="sibTrans" cxnId="{EC96BBCE-10FF-45A2-ACB8-F07D3F2A6D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2BDC089-E376-412C-ABDD-BD37E6F75C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3) Create visit + prescription via procedures; show </a:t>
          </a:r>
          <a:r>
            <a:rPr lang="en-US" dirty="0" err="1"/>
            <a:t>v_pharmacy_prescriptions</a:t>
          </a:r>
          <a:r>
            <a:rPr lang="en-US" dirty="0"/>
            <a:t> queue.</a:t>
          </a:r>
        </a:p>
      </dgm:t>
    </dgm:pt>
    <dgm:pt modelId="{9BF75871-1D65-4E01-9A25-3067383B64AD}" type="parTrans" cxnId="{196F1968-BE05-4173-B159-19097D869207}">
      <dgm:prSet/>
      <dgm:spPr/>
      <dgm:t>
        <a:bodyPr/>
        <a:lstStyle/>
        <a:p>
          <a:endParaRPr lang="en-US"/>
        </a:p>
      </dgm:t>
    </dgm:pt>
    <dgm:pt modelId="{5821239D-733D-4CFB-B550-6B99C3A28A16}" type="sibTrans" cxnId="{196F1968-BE05-4173-B159-19097D8692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9AE3D4F-2B99-41F4-B915-786231CCF3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4) Dispense prescription using </a:t>
          </a:r>
          <a:r>
            <a:rPr lang="en-US" dirty="0" err="1"/>
            <a:t>sp_dispense_prescription</a:t>
          </a:r>
          <a:r>
            <a:rPr lang="en-US" dirty="0"/>
            <a:t>; show updated prescription and </a:t>
          </a:r>
          <a:r>
            <a:rPr lang="en-US" dirty="0" err="1"/>
            <a:t>pharmacy_dispense</a:t>
          </a:r>
          <a:r>
            <a:rPr lang="en-US" dirty="0"/>
            <a:t>.</a:t>
          </a:r>
        </a:p>
      </dgm:t>
    </dgm:pt>
    <dgm:pt modelId="{5F23C0BE-6DC4-4849-A323-33FE6A0CAE7C}" type="parTrans" cxnId="{2AE7A9C1-8277-43B4-A458-6D6AA82AC79A}">
      <dgm:prSet/>
      <dgm:spPr/>
      <dgm:t>
        <a:bodyPr/>
        <a:lstStyle/>
        <a:p>
          <a:endParaRPr lang="en-US"/>
        </a:p>
      </dgm:t>
    </dgm:pt>
    <dgm:pt modelId="{DE4F1129-D120-4DC8-974D-472B3CC65211}" type="sibTrans" cxnId="{2AE7A9C1-8277-43B4-A458-6D6AA82AC7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04F2B6-6210-4CED-88A5-9D7459CA7A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5) Show </a:t>
          </a:r>
          <a:r>
            <a:rPr lang="en-US" dirty="0" err="1"/>
            <a:t>v_my_visits</a:t>
          </a:r>
          <a:r>
            <a:rPr lang="en-US" dirty="0"/>
            <a:t> / </a:t>
          </a:r>
          <a:r>
            <a:rPr lang="en-US" dirty="0" err="1"/>
            <a:t>v_my_prescriptions</a:t>
          </a:r>
          <a:r>
            <a:rPr lang="en-US" dirty="0"/>
            <a:t> for that patient, then recent rows in audit_log.</a:t>
          </a:r>
        </a:p>
      </dgm:t>
    </dgm:pt>
    <dgm:pt modelId="{82E13BEC-23A5-43C8-865E-1E73DADA4158}" type="parTrans" cxnId="{C3B0C6C2-F873-48F3-AF4D-F1775E00C300}">
      <dgm:prSet/>
      <dgm:spPr/>
      <dgm:t>
        <a:bodyPr/>
        <a:lstStyle/>
        <a:p>
          <a:endParaRPr lang="en-US"/>
        </a:p>
      </dgm:t>
    </dgm:pt>
    <dgm:pt modelId="{B8440F5D-57D5-4E2E-9AC9-4BAB0625BBCD}" type="sibTrans" cxnId="{C3B0C6C2-F873-48F3-AF4D-F1775E00C300}">
      <dgm:prSet/>
      <dgm:spPr/>
      <dgm:t>
        <a:bodyPr/>
        <a:lstStyle/>
        <a:p>
          <a:endParaRPr lang="en-US"/>
        </a:p>
      </dgm:t>
    </dgm:pt>
    <dgm:pt modelId="{DBB81293-575C-4581-BFCB-1F697738781C}" type="pres">
      <dgm:prSet presAssocID="{3F1D66D9-9C6E-4270-A78B-FE6498DB65B1}" presName="root" presStyleCnt="0">
        <dgm:presLayoutVars>
          <dgm:dir/>
          <dgm:resizeHandles val="exact"/>
        </dgm:presLayoutVars>
      </dgm:prSet>
      <dgm:spPr/>
    </dgm:pt>
    <dgm:pt modelId="{A6874F11-535D-4226-BA85-FC509E0325E2}" type="pres">
      <dgm:prSet presAssocID="{3F1D66D9-9C6E-4270-A78B-FE6498DB65B1}" presName="container" presStyleCnt="0">
        <dgm:presLayoutVars>
          <dgm:dir/>
          <dgm:resizeHandles val="exact"/>
        </dgm:presLayoutVars>
      </dgm:prSet>
      <dgm:spPr/>
    </dgm:pt>
    <dgm:pt modelId="{AA252F7F-281D-4F58-8329-5AA394970351}" type="pres">
      <dgm:prSet presAssocID="{6C1A816C-BC91-4171-B30F-D82D0DC03900}" presName="compNode" presStyleCnt="0"/>
      <dgm:spPr/>
    </dgm:pt>
    <dgm:pt modelId="{4A07FE40-BDEC-42CA-8B91-42CD37CA22FE}" type="pres">
      <dgm:prSet presAssocID="{6C1A816C-BC91-4171-B30F-D82D0DC03900}" presName="iconBgRect" presStyleLbl="bgShp" presStyleIdx="0" presStyleCnt="5"/>
      <dgm:spPr/>
    </dgm:pt>
    <dgm:pt modelId="{15FFCCB2-FCA0-4444-A92F-3A63480DD561}" type="pres">
      <dgm:prSet presAssocID="{6C1A816C-BC91-4171-B30F-D82D0DC0390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3BACF70-81CE-402D-BD2C-9E119ED0A38A}" type="pres">
      <dgm:prSet presAssocID="{6C1A816C-BC91-4171-B30F-D82D0DC03900}" presName="spaceRect" presStyleCnt="0"/>
      <dgm:spPr/>
    </dgm:pt>
    <dgm:pt modelId="{F5C2FA43-3756-446B-BAC4-DC65F2F03FC4}" type="pres">
      <dgm:prSet presAssocID="{6C1A816C-BC91-4171-B30F-D82D0DC03900}" presName="textRect" presStyleLbl="revTx" presStyleIdx="0" presStyleCnt="5">
        <dgm:presLayoutVars>
          <dgm:chMax val="1"/>
          <dgm:chPref val="1"/>
        </dgm:presLayoutVars>
      </dgm:prSet>
      <dgm:spPr/>
    </dgm:pt>
    <dgm:pt modelId="{EF1C346B-F65E-4BED-84ED-0192E3687ED7}" type="pres">
      <dgm:prSet presAssocID="{97FA963D-C938-47C8-82D1-BD40B64BB9F1}" presName="sibTrans" presStyleLbl="sibTrans2D1" presStyleIdx="0" presStyleCnt="0"/>
      <dgm:spPr/>
    </dgm:pt>
    <dgm:pt modelId="{97EDE17F-B5EB-4BE5-8A57-35D252229E51}" type="pres">
      <dgm:prSet presAssocID="{3FFA54BD-D166-4494-BC64-5628DA7F9B74}" presName="compNode" presStyleCnt="0"/>
      <dgm:spPr/>
    </dgm:pt>
    <dgm:pt modelId="{8E6AE0B4-42FC-4117-B64B-351BBD27A8EE}" type="pres">
      <dgm:prSet presAssocID="{3FFA54BD-D166-4494-BC64-5628DA7F9B74}" presName="iconBgRect" presStyleLbl="bgShp" presStyleIdx="1" presStyleCnt="5"/>
      <dgm:spPr/>
    </dgm:pt>
    <dgm:pt modelId="{0D7FC0F5-5C4B-48DF-90DA-F0C3589A5519}" type="pres">
      <dgm:prSet presAssocID="{3FFA54BD-D166-4494-BC64-5628DA7F9B7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E2E84241-335B-4EB5-ABC7-3C4F2912561C}" type="pres">
      <dgm:prSet presAssocID="{3FFA54BD-D166-4494-BC64-5628DA7F9B74}" presName="spaceRect" presStyleCnt="0"/>
      <dgm:spPr/>
    </dgm:pt>
    <dgm:pt modelId="{C4427482-56F0-47B2-A272-8211F0FFCA50}" type="pres">
      <dgm:prSet presAssocID="{3FFA54BD-D166-4494-BC64-5628DA7F9B74}" presName="textRect" presStyleLbl="revTx" presStyleIdx="1" presStyleCnt="5">
        <dgm:presLayoutVars>
          <dgm:chMax val="1"/>
          <dgm:chPref val="1"/>
        </dgm:presLayoutVars>
      </dgm:prSet>
      <dgm:spPr/>
    </dgm:pt>
    <dgm:pt modelId="{664CD18F-B751-4BD7-88D8-6322D508F89D}" type="pres">
      <dgm:prSet presAssocID="{3ACABD25-3E2C-45A9-90D8-D77EF5445D1E}" presName="sibTrans" presStyleLbl="sibTrans2D1" presStyleIdx="0" presStyleCnt="0"/>
      <dgm:spPr/>
    </dgm:pt>
    <dgm:pt modelId="{64C24F9D-06FF-40AC-B9FD-002EA93C29FA}" type="pres">
      <dgm:prSet presAssocID="{42BDC089-E376-412C-ABDD-BD37E6F75C27}" presName="compNode" presStyleCnt="0"/>
      <dgm:spPr/>
    </dgm:pt>
    <dgm:pt modelId="{FF5AC801-33D8-4A1E-B576-158AB2C6F90F}" type="pres">
      <dgm:prSet presAssocID="{42BDC089-E376-412C-ABDD-BD37E6F75C27}" presName="iconBgRect" presStyleLbl="bgShp" presStyleIdx="2" presStyleCnt="5"/>
      <dgm:spPr/>
    </dgm:pt>
    <dgm:pt modelId="{E31251D7-0393-438B-8141-41A9E2C2DBCC}" type="pres">
      <dgm:prSet presAssocID="{42BDC089-E376-412C-ABDD-BD37E6F75C2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D3CB567D-C945-48F8-9DBB-3E9F09AA7E13}" type="pres">
      <dgm:prSet presAssocID="{42BDC089-E376-412C-ABDD-BD37E6F75C27}" presName="spaceRect" presStyleCnt="0"/>
      <dgm:spPr/>
    </dgm:pt>
    <dgm:pt modelId="{EF7513DC-87A4-404F-BD2F-817361859A34}" type="pres">
      <dgm:prSet presAssocID="{42BDC089-E376-412C-ABDD-BD37E6F75C27}" presName="textRect" presStyleLbl="revTx" presStyleIdx="2" presStyleCnt="5">
        <dgm:presLayoutVars>
          <dgm:chMax val="1"/>
          <dgm:chPref val="1"/>
        </dgm:presLayoutVars>
      </dgm:prSet>
      <dgm:spPr/>
    </dgm:pt>
    <dgm:pt modelId="{C67F57A2-8A1F-4FE1-86F5-71A3805630DD}" type="pres">
      <dgm:prSet presAssocID="{5821239D-733D-4CFB-B550-6B99C3A28A16}" presName="sibTrans" presStyleLbl="sibTrans2D1" presStyleIdx="0" presStyleCnt="0"/>
      <dgm:spPr/>
    </dgm:pt>
    <dgm:pt modelId="{6DE5FA96-4DF4-46B1-92FD-5200655305F3}" type="pres">
      <dgm:prSet presAssocID="{E9AE3D4F-2B99-41F4-B915-786231CCF3D8}" presName="compNode" presStyleCnt="0"/>
      <dgm:spPr/>
    </dgm:pt>
    <dgm:pt modelId="{4E0C1F0F-E4DA-452B-96F2-A3DA8ED25CB0}" type="pres">
      <dgm:prSet presAssocID="{E9AE3D4F-2B99-41F4-B915-786231CCF3D8}" presName="iconBgRect" presStyleLbl="bgShp" presStyleIdx="3" presStyleCnt="5"/>
      <dgm:spPr/>
    </dgm:pt>
    <dgm:pt modelId="{55DB99BB-50D2-4DEB-9D37-6822BF536E1E}" type="pres">
      <dgm:prSet presAssocID="{E9AE3D4F-2B99-41F4-B915-786231CCF3D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7F20D69-6825-479F-8D02-634D02D7B0C9}" type="pres">
      <dgm:prSet presAssocID="{E9AE3D4F-2B99-41F4-B915-786231CCF3D8}" presName="spaceRect" presStyleCnt="0"/>
      <dgm:spPr/>
    </dgm:pt>
    <dgm:pt modelId="{C62C9016-C5FE-45E8-9BF0-C9202DE43CA9}" type="pres">
      <dgm:prSet presAssocID="{E9AE3D4F-2B99-41F4-B915-786231CCF3D8}" presName="textRect" presStyleLbl="revTx" presStyleIdx="3" presStyleCnt="5">
        <dgm:presLayoutVars>
          <dgm:chMax val="1"/>
          <dgm:chPref val="1"/>
        </dgm:presLayoutVars>
      </dgm:prSet>
      <dgm:spPr/>
    </dgm:pt>
    <dgm:pt modelId="{9637B6FA-2E27-4EE8-AC02-F7F0510317C8}" type="pres">
      <dgm:prSet presAssocID="{DE4F1129-D120-4DC8-974D-472B3CC65211}" presName="sibTrans" presStyleLbl="sibTrans2D1" presStyleIdx="0" presStyleCnt="0"/>
      <dgm:spPr/>
    </dgm:pt>
    <dgm:pt modelId="{EE6DA0CA-111D-49E4-B7F6-28F0A1A933CF}" type="pres">
      <dgm:prSet presAssocID="{A804F2B6-6210-4CED-88A5-9D7459CA7A2D}" presName="compNode" presStyleCnt="0"/>
      <dgm:spPr/>
    </dgm:pt>
    <dgm:pt modelId="{BA6656DE-70F9-40E2-A098-54D7BD8B1074}" type="pres">
      <dgm:prSet presAssocID="{A804F2B6-6210-4CED-88A5-9D7459CA7A2D}" presName="iconBgRect" presStyleLbl="bgShp" presStyleIdx="4" presStyleCnt="5"/>
      <dgm:spPr/>
    </dgm:pt>
    <dgm:pt modelId="{53BA76E6-5BF3-4C2E-B020-703E66872EE9}" type="pres">
      <dgm:prSet presAssocID="{A804F2B6-6210-4CED-88A5-9D7459CA7A2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iter"/>
        </a:ext>
      </dgm:extLst>
    </dgm:pt>
    <dgm:pt modelId="{09575871-9402-49E3-836D-56B72F147294}" type="pres">
      <dgm:prSet presAssocID="{A804F2B6-6210-4CED-88A5-9D7459CA7A2D}" presName="spaceRect" presStyleCnt="0"/>
      <dgm:spPr/>
    </dgm:pt>
    <dgm:pt modelId="{61D8B6AF-3DB8-4F90-84D0-967F2653572E}" type="pres">
      <dgm:prSet presAssocID="{A804F2B6-6210-4CED-88A5-9D7459CA7A2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117362A-398A-455A-838D-EDD25C811038}" type="presOf" srcId="{42BDC089-E376-412C-ABDD-BD37E6F75C27}" destId="{EF7513DC-87A4-404F-BD2F-817361859A34}" srcOrd="0" destOrd="0" presId="urn:microsoft.com/office/officeart/2018/2/layout/IconCircleList"/>
    <dgm:cxn modelId="{C837C72A-7A07-4299-8234-A221FFEA0941}" type="presOf" srcId="{3ACABD25-3E2C-45A9-90D8-D77EF5445D1E}" destId="{664CD18F-B751-4BD7-88D8-6322D508F89D}" srcOrd="0" destOrd="0" presId="urn:microsoft.com/office/officeart/2018/2/layout/IconCircleList"/>
    <dgm:cxn modelId="{6EFB382E-CD75-4D56-83E0-DF3A7277A400}" type="presOf" srcId="{A804F2B6-6210-4CED-88A5-9D7459CA7A2D}" destId="{61D8B6AF-3DB8-4F90-84D0-967F2653572E}" srcOrd="0" destOrd="0" presId="urn:microsoft.com/office/officeart/2018/2/layout/IconCircleList"/>
    <dgm:cxn modelId="{A77FCA3C-09FD-4258-A3E1-EA3ED624F18B}" type="presOf" srcId="{6C1A816C-BC91-4171-B30F-D82D0DC03900}" destId="{F5C2FA43-3756-446B-BAC4-DC65F2F03FC4}" srcOrd="0" destOrd="0" presId="urn:microsoft.com/office/officeart/2018/2/layout/IconCircleList"/>
    <dgm:cxn modelId="{6BAF283D-0D3E-48D2-AB69-E03468182EF9}" type="presOf" srcId="{3F1D66D9-9C6E-4270-A78B-FE6498DB65B1}" destId="{DBB81293-575C-4581-BFCB-1F697738781C}" srcOrd="0" destOrd="0" presId="urn:microsoft.com/office/officeart/2018/2/layout/IconCircleList"/>
    <dgm:cxn modelId="{DCFDE243-E1FB-415A-BABA-014B95B4972F}" type="presOf" srcId="{3FFA54BD-D166-4494-BC64-5628DA7F9B74}" destId="{C4427482-56F0-47B2-A272-8211F0FFCA50}" srcOrd="0" destOrd="0" presId="urn:microsoft.com/office/officeart/2018/2/layout/IconCircleList"/>
    <dgm:cxn modelId="{196F1968-BE05-4173-B159-19097D869207}" srcId="{3F1D66D9-9C6E-4270-A78B-FE6498DB65B1}" destId="{42BDC089-E376-412C-ABDD-BD37E6F75C27}" srcOrd="2" destOrd="0" parTransId="{9BF75871-1D65-4E01-9A25-3067383B64AD}" sibTransId="{5821239D-733D-4CFB-B550-6B99C3A28A16}"/>
    <dgm:cxn modelId="{C95EE991-17A4-4098-9629-5A4B07D56C0A}" type="presOf" srcId="{DE4F1129-D120-4DC8-974D-472B3CC65211}" destId="{9637B6FA-2E27-4EE8-AC02-F7F0510317C8}" srcOrd="0" destOrd="0" presId="urn:microsoft.com/office/officeart/2018/2/layout/IconCircleList"/>
    <dgm:cxn modelId="{15DE14A2-A11E-49D4-94C5-AA00CB9EE36A}" srcId="{3F1D66D9-9C6E-4270-A78B-FE6498DB65B1}" destId="{6C1A816C-BC91-4171-B30F-D82D0DC03900}" srcOrd="0" destOrd="0" parTransId="{46F5C5F9-FBCC-4364-A505-D3EC983738C8}" sibTransId="{97FA963D-C938-47C8-82D1-BD40B64BB9F1}"/>
    <dgm:cxn modelId="{0B02A9A8-AF0F-4B40-90DA-A8F7229CDB74}" type="presOf" srcId="{97FA963D-C938-47C8-82D1-BD40B64BB9F1}" destId="{EF1C346B-F65E-4BED-84ED-0192E3687ED7}" srcOrd="0" destOrd="0" presId="urn:microsoft.com/office/officeart/2018/2/layout/IconCircleList"/>
    <dgm:cxn modelId="{1F3016AA-9782-4818-A4CB-7E70A14193E6}" type="presOf" srcId="{E9AE3D4F-2B99-41F4-B915-786231CCF3D8}" destId="{C62C9016-C5FE-45E8-9BF0-C9202DE43CA9}" srcOrd="0" destOrd="0" presId="urn:microsoft.com/office/officeart/2018/2/layout/IconCircleList"/>
    <dgm:cxn modelId="{8061F4AD-104A-4038-A4DA-77B99F3C314F}" type="presOf" srcId="{5821239D-733D-4CFB-B550-6B99C3A28A16}" destId="{C67F57A2-8A1F-4FE1-86F5-71A3805630DD}" srcOrd="0" destOrd="0" presId="urn:microsoft.com/office/officeart/2018/2/layout/IconCircleList"/>
    <dgm:cxn modelId="{2AE7A9C1-8277-43B4-A458-6D6AA82AC79A}" srcId="{3F1D66D9-9C6E-4270-A78B-FE6498DB65B1}" destId="{E9AE3D4F-2B99-41F4-B915-786231CCF3D8}" srcOrd="3" destOrd="0" parTransId="{5F23C0BE-6DC4-4849-A323-33FE6A0CAE7C}" sibTransId="{DE4F1129-D120-4DC8-974D-472B3CC65211}"/>
    <dgm:cxn modelId="{C3B0C6C2-F873-48F3-AF4D-F1775E00C300}" srcId="{3F1D66D9-9C6E-4270-A78B-FE6498DB65B1}" destId="{A804F2B6-6210-4CED-88A5-9D7459CA7A2D}" srcOrd="4" destOrd="0" parTransId="{82E13BEC-23A5-43C8-865E-1E73DADA4158}" sibTransId="{B8440F5D-57D5-4E2E-9AC9-4BAB0625BBCD}"/>
    <dgm:cxn modelId="{EC96BBCE-10FF-45A2-ACB8-F07D3F2A6D1C}" srcId="{3F1D66D9-9C6E-4270-A78B-FE6498DB65B1}" destId="{3FFA54BD-D166-4494-BC64-5628DA7F9B74}" srcOrd="1" destOrd="0" parTransId="{1A98D07B-AE59-427F-BC82-9B32D1115F4D}" sibTransId="{3ACABD25-3E2C-45A9-90D8-D77EF5445D1E}"/>
    <dgm:cxn modelId="{0507642B-DEDA-423D-AAE2-44AFD7012916}" type="presParOf" srcId="{DBB81293-575C-4581-BFCB-1F697738781C}" destId="{A6874F11-535D-4226-BA85-FC509E0325E2}" srcOrd="0" destOrd="0" presId="urn:microsoft.com/office/officeart/2018/2/layout/IconCircleList"/>
    <dgm:cxn modelId="{0B1273C8-D457-4B82-B392-CD00B18AFCCB}" type="presParOf" srcId="{A6874F11-535D-4226-BA85-FC509E0325E2}" destId="{AA252F7F-281D-4F58-8329-5AA394970351}" srcOrd="0" destOrd="0" presId="urn:microsoft.com/office/officeart/2018/2/layout/IconCircleList"/>
    <dgm:cxn modelId="{6EAFA9E4-EBEC-4A3D-AFF3-8F8FB63BB3F1}" type="presParOf" srcId="{AA252F7F-281D-4F58-8329-5AA394970351}" destId="{4A07FE40-BDEC-42CA-8B91-42CD37CA22FE}" srcOrd="0" destOrd="0" presId="urn:microsoft.com/office/officeart/2018/2/layout/IconCircleList"/>
    <dgm:cxn modelId="{1327EBCA-D0D0-4B91-BB98-6F00826BFDBC}" type="presParOf" srcId="{AA252F7F-281D-4F58-8329-5AA394970351}" destId="{15FFCCB2-FCA0-4444-A92F-3A63480DD561}" srcOrd="1" destOrd="0" presId="urn:microsoft.com/office/officeart/2018/2/layout/IconCircleList"/>
    <dgm:cxn modelId="{97F781D9-076F-411D-9B03-3A15761A42D0}" type="presParOf" srcId="{AA252F7F-281D-4F58-8329-5AA394970351}" destId="{E3BACF70-81CE-402D-BD2C-9E119ED0A38A}" srcOrd="2" destOrd="0" presId="urn:microsoft.com/office/officeart/2018/2/layout/IconCircleList"/>
    <dgm:cxn modelId="{0868292D-EAF1-49D2-9BD4-0BC532A022C1}" type="presParOf" srcId="{AA252F7F-281D-4F58-8329-5AA394970351}" destId="{F5C2FA43-3756-446B-BAC4-DC65F2F03FC4}" srcOrd="3" destOrd="0" presId="urn:microsoft.com/office/officeart/2018/2/layout/IconCircleList"/>
    <dgm:cxn modelId="{47AE03F9-C3CA-4D74-9AE4-A267CB3D2C58}" type="presParOf" srcId="{A6874F11-535D-4226-BA85-FC509E0325E2}" destId="{EF1C346B-F65E-4BED-84ED-0192E3687ED7}" srcOrd="1" destOrd="0" presId="urn:microsoft.com/office/officeart/2018/2/layout/IconCircleList"/>
    <dgm:cxn modelId="{E577890E-5B18-4B98-92FF-FC0620504321}" type="presParOf" srcId="{A6874F11-535D-4226-BA85-FC509E0325E2}" destId="{97EDE17F-B5EB-4BE5-8A57-35D252229E51}" srcOrd="2" destOrd="0" presId="urn:microsoft.com/office/officeart/2018/2/layout/IconCircleList"/>
    <dgm:cxn modelId="{C71CEB44-FC51-4D7F-BE6B-29B296A94988}" type="presParOf" srcId="{97EDE17F-B5EB-4BE5-8A57-35D252229E51}" destId="{8E6AE0B4-42FC-4117-B64B-351BBD27A8EE}" srcOrd="0" destOrd="0" presId="urn:microsoft.com/office/officeart/2018/2/layout/IconCircleList"/>
    <dgm:cxn modelId="{4016DA7C-16EC-448D-9931-F1B89FD46EB3}" type="presParOf" srcId="{97EDE17F-B5EB-4BE5-8A57-35D252229E51}" destId="{0D7FC0F5-5C4B-48DF-90DA-F0C3589A5519}" srcOrd="1" destOrd="0" presId="urn:microsoft.com/office/officeart/2018/2/layout/IconCircleList"/>
    <dgm:cxn modelId="{5E1FED92-F6EE-43C5-A906-EDE9CD0A8531}" type="presParOf" srcId="{97EDE17F-B5EB-4BE5-8A57-35D252229E51}" destId="{E2E84241-335B-4EB5-ABC7-3C4F2912561C}" srcOrd="2" destOrd="0" presId="urn:microsoft.com/office/officeart/2018/2/layout/IconCircleList"/>
    <dgm:cxn modelId="{28D390D1-E931-4DAC-B079-1CB5679C38A8}" type="presParOf" srcId="{97EDE17F-B5EB-4BE5-8A57-35D252229E51}" destId="{C4427482-56F0-47B2-A272-8211F0FFCA50}" srcOrd="3" destOrd="0" presId="urn:microsoft.com/office/officeart/2018/2/layout/IconCircleList"/>
    <dgm:cxn modelId="{A25C16E0-AF6F-4C8C-8A47-FE4919BA5F3B}" type="presParOf" srcId="{A6874F11-535D-4226-BA85-FC509E0325E2}" destId="{664CD18F-B751-4BD7-88D8-6322D508F89D}" srcOrd="3" destOrd="0" presId="urn:microsoft.com/office/officeart/2018/2/layout/IconCircleList"/>
    <dgm:cxn modelId="{210F1383-C197-4505-A398-D23678D844D9}" type="presParOf" srcId="{A6874F11-535D-4226-BA85-FC509E0325E2}" destId="{64C24F9D-06FF-40AC-B9FD-002EA93C29FA}" srcOrd="4" destOrd="0" presId="urn:microsoft.com/office/officeart/2018/2/layout/IconCircleList"/>
    <dgm:cxn modelId="{6063AFDB-1E46-43F5-BF21-CA14E60FD2BE}" type="presParOf" srcId="{64C24F9D-06FF-40AC-B9FD-002EA93C29FA}" destId="{FF5AC801-33D8-4A1E-B576-158AB2C6F90F}" srcOrd="0" destOrd="0" presId="urn:microsoft.com/office/officeart/2018/2/layout/IconCircleList"/>
    <dgm:cxn modelId="{94892D5C-375F-42E9-A574-AD009FE1CB1B}" type="presParOf" srcId="{64C24F9D-06FF-40AC-B9FD-002EA93C29FA}" destId="{E31251D7-0393-438B-8141-41A9E2C2DBCC}" srcOrd="1" destOrd="0" presId="urn:microsoft.com/office/officeart/2018/2/layout/IconCircleList"/>
    <dgm:cxn modelId="{169D1268-1421-4127-BBBC-4A03D5C90455}" type="presParOf" srcId="{64C24F9D-06FF-40AC-B9FD-002EA93C29FA}" destId="{D3CB567D-C945-48F8-9DBB-3E9F09AA7E13}" srcOrd="2" destOrd="0" presId="urn:microsoft.com/office/officeart/2018/2/layout/IconCircleList"/>
    <dgm:cxn modelId="{207F962E-8A69-4BA6-B7B0-7A9BA9AB2197}" type="presParOf" srcId="{64C24F9D-06FF-40AC-B9FD-002EA93C29FA}" destId="{EF7513DC-87A4-404F-BD2F-817361859A34}" srcOrd="3" destOrd="0" presId="urn:microsoft.com/office/officeart/2018/2/layout/IconCircleList"/>
    <dgm:cxn modelId="{1633BE05-3775-4E0D-94B9-E67221BF6033}" type="presParOf" srcId="{A6874F11-535D-4226-BA85-FC509E0325E2}" destId="{C67F57A2-8A1F-4FE1-86F5-71A3805630DD}" srcOrd="5" destOrd="0" presId="urn:microsoft.com/office/officeart/2018/2/layout/IconCircleList"/>
    <dgm:cxn modelId="{726F8FE4-4F17-4BCA-87A5-04DEA1CC6E05}" type="presParOf" srcId="{A6874F11-535D-4226-BA85-FC509E0325E2}" destId="{6DE5FA96-4DF4-46B1-92FD-5200655305F3}" srcOrd="6" destOrd="0" presId="urn:microsoft.com/office/officeart/2018/2/layout/IconCircleList"/>
    <dgm:cxn modelId="{304D8DD1-2BFD-41CE-87EA-F273ECD2984D}" type="presParOf" srcId="{6DE5FA96-4DF4-46B1-92FD-5200655305F3}" destId="{4E0C1F0F-E4DA-452B-96F2-A3DA8ED25CB0}" srcOrd="0" destOrd="0" presId="urn:microsoft.com/office/officeart/2018/2/layout/IconCircleList"/>
    <dgm:cxn modelId="{F036267F-C9B3-429A-B099-DA41D2697376}" type="presParOf" srcId="{6DE5FA96-4DF4-46B1-92FD-5200655305F3}" destId="{55DB99BB-50D2-4DEB-9D37-6822BF536E1E}" srcOrd="1" destOrd="0" presId="urn:microsoft.com/office/officeart/2018/2/layout/IconCircleList"/>
    <dgm:cxn modelId="{4DB2B337-6A86-49E9-AA51-51AA1F7E53D8}" type="presParOf" srcId="{6DE5FA96-4DF4-46B1-92FD-5200655305F3}" destId="{D7F20D69-6825-479F-8D02-634D02D7B0C9}" srcOrd="2" destOrd="0" presId="urn:microsoft.com/office/officeart/2018/2/layout/IconCircleList"/>
    <dgm:cxn modelId="{40FBCD7F-93AD-4DBB-AEFB-F2ABF288CF5D}" type="presParOf" srcId="{6DE5FA96-4DF4-46B1-92FD-5200655305F3}" destId="{C62C9016-C5FE-45E8-9BF0-C9202DE43CA9}" srcOrd="3" destOrd="0" presId="urn:microsoft.com/office/officeart/2018/2/layout/IconCircleList"/>
    <dgm:cxn modelId="{344B65EE-668A-46AB-A14F-3EFBE933189C}" type="presParOf" srcId="{A6874F11-535D-4226-BA85-FC509E0325E2}" destId="{9637B6FA-2E27-4EE8-AC02-F7F0510317C8}" srcOrd="7" destOrd="0" presId="urn:microsoft.com/office/officeart/2018/2/layout/IconCircleList"/>
    <dgm:cxn modelId="{8E919A45-B5C7-4175-8FB1-517C6FD720B9}" type="presParOf" srcId="{A6874F11-535D-4226-BA85-FC509E0325E2}" destId="{EE6DA0CA-111D-49E4-B7F6-28F0A1A933CF}" srcOrd="8" destOrd="0" presId="urn:microsoft.com/office/officeart/2018/2/layout/IconCircleList"/>
    <dgm:cxn modelId="{A709F4BB-DECD-472F-A98F-3DB41154571B}" type="presParOf" srcId="{EE6DA0CA-111D-49E4-B7F6-28F0A1A933CF}" destId="{BA6656DE-70F9-40E2-A098-54D7BD8B1074}" srcOrd="0" destOrd="0" presId="urn:microsoft.com/office/officeart/2018/2/layout/IconCircleList"/>
    <dgm:cxn modelId="{7BDE5485-87B0-44AA-A7AD-978DC2A8D67F}" type="presParOf" srcId="{EE6DA0CA-111D-49E4-B7F6-28F0A1A933CF}" destId="{53BA76E6-5BF3-4C2E-B020-703E66872EE9}" srcOrd="1" destOrd="0" presId="urn:microsoft.com/office/officeart/2018/2/layout/IconCircleList"/>
    <dgm:cxn modelId="{6419C78A-847D-49EB-B663-044568062916}" type="presParOf" srcId="{EE6DA0CA-111D-49E4-B7F6-28F0A1A933CF}" destId="{09575871-9402-49E3-836D-56B72F147294}" srcOrd="2" destOrd="0" presId="urn:microsoft.com/office/officeart/2018/2/layout/IconCircleList"/>
    <dgm:cxn modelId="{9F403C32-FC97-447E-AFEB-6251A74A74AD}" type="presParOf" srcId="{EE6DA0CA-111D-49E4-B7F6-28F0A1A933CF}" destId="{61D8B6AF-3DB8-4F90-84D0-967F2653572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C162D-7A42-4F99-B108-A887D4AD3D5A}">
      <dsp:nvSpPr>
        <dsp:cNvPr id="0" name=""/>
        <dsp:cNvSpPr/>
      </dsp:nvSpPr>
      <dsp:spPr>
        <a:xfrm>
          <a:off x="613109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CDADF-C963-462A-9E30-20BDDC4FD94A}">
      <dsp:nvSpPr>
        <dsp:cNvPr id="0" name=""/>
        <dsp:cNvSpPr/>
      </dsp:nvSpPr>
      <dsp:spPr>
        <a:xfrm>
          <a:off x="25063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University student clinic needs structured EMR for patients, visits, prescriptions, and pharmacy.</a:t>
          </a:r>
        </a:p>
      </dsp:txBody>
      <dsp:txXfrm>
        <a:off x="25063" y="2316338"/>
        <a:ext cx="2138350" cy="720000"/>
      </dsp:txXfrm>
    </dsp:sp>
    <dsp:sp modelId="{C187706E-A534-4A06-B781-DF65436606CD}">
      <dsp:nvSpPr>
        <dsp:cNvPr id="0" name=""/>
        <dsp:cNvSpPr/>
      </dsp:nvSpPr>
      <dsp:spPr>
        <a:xfrm>
          <a:off x="3125671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248B2-74CC-47DF-853B-92991A99FF6C}">
      <dsp:nvSpPr>
        <dsp:cNvPr id="0" name=""/>
        <dsp:cNvSpPr/>
      </dsp:nvSpPr>
      <dsp:spPr>
        <a:xfrm>
          <a:off x="2537625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Project 1: basic, provider-centric schema with limited security.</a:t>
          </a:r>
        </a:p>
      </dsp:txBody>
      <dsp:txXfrm>
        <a:off x="2537625" y="2316338"/>
        <a:ext cx="2138350" cy="720000"/>
      </dsp:txXfrm>
    </dsp:sp>
    <dsp:sp modelId="{8DF169FC-B876-45EC-AEBD-8AB278DB8F8E}">
      <dsp:nvSpPr>
        <dsp:cNvPr id="0" name=""/>
        <dsp:cNvSpPr/>
      </dsp:nvSpPr>
      <dsp:spPr>
        <a:xfrm>
          <a:off x="5638232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FC6A8-ECD0-493C-B8AF-33CBDA0A2A37}">
      <dsp:nvSpPr>
        <dsp:cNvPr id="0" name=""/>
        <dsp:cNvSpPr/>
      </dsp:nvSpPr>
      <dsp:spPr>
        <a:xfrm>
          <a:off x="5050186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Goal: upgrade to a secure, auditable EMR backend with multiple roles and a patient portal.</a:t>
          </a:r>
        </a:p>
      </dsp:txBody>
      <dsp:txXfrm>
        <a:off x="5050186" y="2316338"/>
        <a:ext cx="21383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0B313-CAAB-409C-9B36-23CC44980F70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99360-8036-438F-A0D1-6B7A1E569988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00B61-33FD-4825-8074-5C66FC8A309A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From provider-only schema → unified user + RBAC + departments + pharmacy module.</a:t>
          </a:r>
        </a:p>
      </dsp:txBody>
      <dsp:txXfrm>
        <a:off x="1209819" y="2066"/>
        <a:ext cx="3761783" cy="1047462"/>
      </dsp:txXfrm>
    </dsp:sp>
    <dsp:sp modelId="{98B2983D-B6A4-4D9E-A422-AAB388802B64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1BD6F-A043-4AF9-BF23-9DEF45E31CBC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3655F-2F46-4BC0-AB5E-B8AF6E86EDCC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Added audit_log, triggers, SHA-256 password hashing, 22+ stored procedures, 14+ indexes.</a:t>
          </a:r>
        </a:p>
      </dsp:txBody>
      <dsp:txXfrm>
        <a:off x="1209819" y="1311395"/>
        <a:ext cx="3761783" cy="1047462"/>
      </dsp:txXfrm>
    </dsp:sp>
    <dsp:sp modelId="{A23E7052-13B0-406C-A7E4-C1A31DDBE13F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F45C79-A174-40B3-A749-21B8094E0DB2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10601-0D4E-4538-A0C9-A07CD2F540C7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Deliverables: Requirements spec (Word), UML model, ER diagram (Workbench), DB creation script + test data.</a:t>
          </a:r>
        </a:p>
      </dsp:txBody>
      <dsp:txXfrm>
        <a:off x="1209819" y="2620723"/>
        <a:ext cx="3761783" cy="1047462"/>
      </dsp:txXfrm>
    </dsp:sp>
    <dsp:sp modelId="{7CD407A0-A4F8-494E-86D9-4832D2C86C92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BA38D-8F9E-48ED-98A8-3FE1390131F6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EFEFA-65E2-46E5-AA37-08E82BAF9877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SQL scripts for stored procedures, triggers, views, indexes; organized into one ZIP folder.</a:t>
          </a:r>
        </a:p>
      </dsp:txBody>
      <dsp:txXfrm>
        <a:off x="1209819" y="3930051"/>
        <a:ext cx="3761783" cy="1047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7FE40-BDEC-42CA-8B91-42CD37CA22FE}">
      <dsp:nvSpPr>
        <dsp:cNvPr id="0" name=""/>
        <dsp:cNvSpPr/>
      </dsp:nvSpPr>
      <dsp:spPr>
        <a:xfrm>
          <a:off x="320565" y="45678"/>
          <a:ext cx="870114" cy="8701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FCCB2-FCA0-4444-A92F-3A63480DD561}">
      <dsp:nvSpPr>
        <dsp:cNvPr id="0" name=""/>
        <dsp:cNvSpPr/>
      </dsp:nvSpPr>
      <dsp:spPr>
        <a:xfrm>
          <a:off x="503289" y="228402"/>
          <a:ext cx="504666" cy="5046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2FA43-3756-446B-BAC4-DC65F2F03FC4}">
      <dsp:nvSpPr>
        <dsp:cNvPr id="0" name=""/>
        <dsp:cNvSpPr/>
      </dsp:nvSpPr>
      <dsp:spPr>
        <a:xfrm>
          <a:off x="1377132" y="45678"/>
          <a:ext cx="2050982" cy="870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1) Show ER diagram in MySQL Workbench</a:t>
          </a:r>
        </a:p>
      </dsp:txBody>
      <dsp:txXfrm>
        <a:off x="1377132" y="45678"/>
        <a:ext cx="2050982" cy="870114"/>
      </dsp:txXfrm>
    </dsp:sp>
    <dsp:sp modelId="{8E6AE0B4-42FC-4117-B64B-351BBD27A8EE}">
      <dsp:nvSpPr>
        <dsp:cNvPr id="0" name=""/>
        <dsp:cNvSpPr/>
      </dsp:nvSpPr>
      <dsp:spPr>
        <a:xfrm>
          <a:off x="3785484" y="45678"/>
          <a:ext cx="870114" cy="8701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FC0F5-5C4B-48DF-90DA-F0C3589A5519}">
      <dsp:nvSpPr>
        <dsp:cNvPr id="0" name=""/>
        <dsp:cNvSpPr/>
      </dsp:nvSpPr>
      <dsp:spPr>
        <a:xfrm>
          <a:off x="3968208" y="228402"/>
          <a:ext cx="504666" cy="5046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27482-56F0-47B2-A272-8211F0FFCA50}">
      <dsp:nvSpPr>
        <dsp:cNvPr id="0" name=""/>
        <dsp:cNvSpPr/>
      </dsp:nvSpPr>
      <dsp:spPr>
        <a:xfrm>
          <a:off x="4842051" y="45678"/>
          <a:ext cx="2050982" cy="870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2) Run the stored procedure to create a new patient; show the patient row.</a:t>
          </a:r>
        </a:p>
      </dsp:txBody>
      <dsp:txXfrm>
        <a:off x="4842051" y="45678"/>
        <a:ext cx="2050982" cy="870114"/>
      </dsp:txXfrm>
    </dsp:sp>
    <dsp:sp modelId="{FF5AC801-33D8-4A1E-B576-158AB2C6F90F}">
      <dsp:nvSpPr>
        <dsp:cNvPr id="0" name=""/>
        <dsp:cNvSpPr/>
      </dsp:nvSpPr>
      <dsp:spPr>
        <a:xfrm>
          <a:off x="320565" y="1611684"/>
          <a:ext cx="870114" cy="8701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1251D7-0393-438B-8141-41A9E2C2DBCC}">
      <dsp:nvSpPr>
        <dsp:cNvPr id="0" name=""/>
        <dsp:cNvSpPr/>
      </dsp:nvSpPr>
      <dsp:spPr>
        <a:xfrm>
          <a:off x="503289" y="1794407"/>
          <a:ext cx="504666" cy="5046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513DC-87A4-404F-BD2F-817361859A34}">
      <dsp:nvSpPr>
        <dsp:cNvPr id="0" name=""/>
        <dsp:cNvSpPr/>
      </dsp:nvSpPr>
      <dsp:spPr>
        <a:xfrm>
          <a:off x="1377132" y="1611684"/>
          <a:ext cx="2050982" cy="870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3) Create visit + prescription via procedures; show </a:t>
          </a:r>
          <a:r>
            <a:rPr lang="en-US" sz="1200" kern="1200" dirty="0" err="1"/>
            <a:t>v_pharmacy_prescriptions</a:t>
          </a:r>
          <a:r>
            <a:rPr lang="en-US" sz="1200" kern="1200" dirty="0"/>
            <a:t> queue.</a:t>
          </a:r>
        </a:p>
      </dsp:txBody>
      <dsp:txXfrm>
        <a:off x="1377132" y="1611684"/>
        <a:ext cx="2050982" cy="870114"/>
      </dsp:txXfrm>
    </dsp:sp>
    <dsp:sp modelId="{4E0C1F0F-E4DA-452B-96F2-A3DA8ED25CB0}">
      <dsp:nvSpPr>
        <dsp:cNvPr id="0" name=""/>
        <dsp:cNvSpPr/>
      </dsp:nvSpPr>
      <dsp:spPr>
        <a:xfrm>
          <a:off x="3785484" y="1611684"/>
          <a:ext cx="870114" cy="8701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B99BB-50D2-4DEB-9D37-6822BF536E1E}">
      <dsp:nvSpPr>
        <dsp:cNvPr id="0" name=""/>
        <dsp:cNvSpPr/>
      </dsp:nvSpPr>
      <dsp:spPr>
        <a:xfrm>
          <a:off x="3968208" y="1794407"/>
          <a:ext cx="504666" cy="5046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C9016-C5FE-45E8-9BF0-C9202DE43CA9}">
      <dsp:nvSpPr>
        <dsp:cNvPr id="0" name=""/>
        <dsp:cNvSpPr/>
      </dsp:nvSpPr>
      <dsp:spPr>
        <a:xfrm>
          <a:off x="4842051" y="1611684"/>
          <a:ext cx="2050982" cy="870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4) Dispense prescription using </a:t>
          </a:r>
          <a:r>
            <a:rPr lang="en-US" sz="1200" kern="1200" dirty="0" err="1"/>
            <a:t>sp_dispense_prescription</a:t>
          </a:r>
          <a:r>
            <a:rPr lang="en-US" sz="1200" kern="1200" dirty="0"/>
            <a:t>; show updated prescription and </a:t>
          </a:r>
          <a:r>
            <a:rPr lang="en-US" sz="1200" kern="1200" dirty="0" err="1"/>
            <a:t>pharmacy_dispense</a:t>
          </a:r>
          <a:r>
            <a:rPr lang="en-US" sz="1200" kern="1200" dirty="0"/>
            <a:t>.</a:t>
          </a:r>
        </a:p>
      </dsp:txBody>
      <dsp:txXfrm>
        <a:off x="4842051" y="1611684"/>
        <a:ext cx="2050982" cy="870114"/>
      </dsp:txXfrm>
    </dsp:sp>
    <dsp:sp modelId="{BA6656DE-70F9-40E2-A098-54D7BD8B1074}">
      <dsp:nvSpPr>
        <dsp:cNvPr id="0" name=""/>
        <dsp:cNvSpPr/>
      </dsp:nvSpPr>
      <dsp:spPr>
        <a:xfrm>
          <a:off x="320565" y="3177689"/>
          <a:ext cx="870114" cy="8701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A76E6-5BF3-4C2E-B020-703E66872EE9}">
      <dsp:nvSpPr>
        <dsp:cNvPr id="0" name=""/>
        <dsp:cNvSpPr/>
      </dsp:nvSpPr>
      <dsp:spPr>
        <a:xfrm>
          <a:off x="503289" y="3360413"/>
          <a:ext cx="504666" cy="5046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8B6AF-3DB8-4F90-84D0-967F2653572E}">
      <dsp:nvSpPr>
        <dsp:cNvPr id="0" name=""/>
        <dsp:cNvSpPr/>
      </dsp:nvSpPr>
      <dsp:spPr>
        <a:xfrm>
          <a:off x="1377132" y="3177689"/>
          <a:ext cx="2050982" cy="870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5) Show </a:t>
          </a:r>
          <a:r>
            <a:rPr lang="en-US" sz="1200" kern="1200" dirty="0" err="1"/>
            <a:t>v_my_visits</a:t>
          </a:r>
          <a:r>
            <a:rPr lang="en-US" sz="1200" kern="1200" dirty="0"/>
            <a:t> / </a:t>
          </a:r>
          <a:r>
            <a:rPr lang="en-US" sz="1200" kern="1200" dirty="0" err="1"/>
            <a:t>v_my_prescriptions</a:t>
          </a:r>
          <a:r>
            <a:rPr lang="en-US" sz="1200" kern="1200" dirty="0"/>
            <a:t> for that patient, then recent rows in audit_log.</a:t>
          </a:r>
        </a:p>
      </dsp:txBody>
      <dsp:txXfrm>
        <a:off x="1377132" y="3177689"/>
        <a:ext cx="2050982" cy="870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1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5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9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5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8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5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7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9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661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42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1039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02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36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1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4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D6BC9EB-F181-48AB-BCA2-3D1DB20D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299" y="999460"/>
            <a:ext cx="4273550" cy="4479852"/>
          </a:xfrm>
        </p:spPr>
        <p:txBody>
          <a:bodyPr anchor="ctr">
            <a:normAutofit/>
          </a:bodyPr>
          <a:lstStyle/>
          <a:p>
            <a:r>
              <a:rPr lang="en-US"/>
              <a:t>Student Clinic EMR – Secure Database &amp;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03978" y="999460"/>
            <a:ext cx="2342715" cy="4479852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Project – 2 </a:t>
            </a:r>
          </a:p>
          <a:p>
            <a:pPr algn="l"/>
            <a:r>
              <a:rPr lang="en-US"/>
              <a:t>Prakasam Venakatachalam (SID: 8013749080), Keerthi Erukulla  (SID:801452386 ),Siddarth Gabburi (SID: )   Rakesh Kumar Reddy Dasari Ganga Sai (SID: 801461580)</a:t>
            </a:r>
            <a:endParaRPr lang="en-US">
              <a:latin typeface="Century Gothic" panose="020B0502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33AAA80-39DC-4020-9BFF-0718F35C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C5D90B-7EE3-4D26-AB7D-A5A3A6E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0992" y="163918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177F295-741F-4EFF-B0CA-BE69295AD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8512053" y="121775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Problem &amp; Project Goal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8CEF50-CAC3-8786-F16B-18483E713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245230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 &amp;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MySQL backend with tables, constraints, indexes, views, triggers, stored procedures.</a:t>
            </a:r>
          </a:p>
          <a:p>
            <a:r>
              <a:rPr dirty="0"/>
              <a:t>Core clinical entities: patient, visit, diagnosis, prescription, </a:t>
            </a:r>
            <a:r>
              <a:rPr dirty="0" err="1"/>
              <a:t>pharmacy_dispense</a:t>
            </a:r>
            <a:r>
              <a:rPr dirty="0"/>
              <a:t>.</a:t>
            </a:r>
          </a:p>
          <a:p>
            <a:r>
              <a:rPr dirty="0"/>
              <a:t>Security entities: </a:t>
            </a:r>
            <a:r>
              <a:rPr dirty="0" err="1"/>
              <a:t>staff_user</a:t>
            </a:r>
            <a:r>
              <a:rPr dirty="0"/>
              <a:t>, </a:t>
            </a:r>
            <a:r>
              <a:rPr dirty="0" err="1"/>
              <a:t>user_auth</a:t>
            </a:r>
            <a:r>
              <a:rPr dirty="0"/>
              <a:t>, role, permission, </a:t>
            </a:r>
            <a:r>
              <a:rPr dirty="0" err="1"/>
              <a:t>role_permission</a:t>
            </a:r>
            <a:r>
              <a:rPr dirty="0"/>
              <a:t>, </a:t>
            </a:r>
            <a:r>
              <a:rPr dirty="0" err="1"/>
              <a:t>user_role</a:t>
            </a:r>
            <a:r>
              <a:rPr dirty="0"/>
              <a:t>, </a:t>
            </a:r>
            <a:r>
              <a:rPr dirty="0" err="1"/>
              <a:t>user_patient_link</a:t>
            </a:r>
            <a:r>
              <a:rPr dirty="0"/>
              <a:t>.</a:t>
            </a:r>
          </a:p>
          <a:p>
            <a:r>
              <a:rPr dirty="0"/>
              <a:t>Normalized to 3NF+ with junction tables for many-to-many relationships.</a:t>
            </a:r>
          </a:p>
          <a:p>
            <a:r>
              <a:rPr dirty="0"/>
              <a:t>UML &amp; ER diagrams generated (insert screenshots here in the PPT).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/>
              <a:t>Security, RBAC &amp; Audit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Roles: Doctor, Nurse, Front Desk, Pharmacist, Pharmacy Manager, Manager, IT Admin, Patient.</a:t>
            </a:r>
          </a:p>
          <a:p>
            <a:pPr>
              <a:lnSpc>
                <a:spcPct val="90000"/>
              </a:lnSpc>
            </a:pPr>
            <a:r>
              <a:rPr dirty="0"/>
              <a:t>RBAC tables: role, permission, </a:t>
            </a:r>
            <a:r>
              <a:rPr dirty="0" err="1"/>
              <a:t>role_permission</a:t>
            </a:r>
            <a:r>
              <a:rPr dirty="0"/>
              <a:t>, </a:t>
            </a:r>
            <a:r>
              <a:rPr dirty="0" err="1"/>
              <a:t>user_role</a:t>
            </a:r>
            <a:r>
              <a:rPr dirty="0"/>
              <a:t>; department, </a:t>
            </a:r>
            <a:r>
              <a:rPr dirty="0" err="1"/>
              <a:t>staff_department</a:t>
            </a:r>
            <a:r>
              <a:rPr dirty="0"/>
              <a:t>, </a:t>
            </a:r>
            <a:r>
              <a:rPr dirty="0" err="1"/>
              <a:t>provider_department</a:t>
            </a:r>
            <a:r>
              <a:rPr dirty="0"/>
              <a:t>.</a:t>
            </a:r>
          </a:p>
          <a:p>
            <a:pPr>
              <a:lnSpc>
                <a:spcPct val="90000"/>
              </a:lnSpc>
            </a:pPr>
            <a:r>
              <a:rPr dirty="0"/>
              <a:t>Permissions modeled as resource–action pairs (e.g., </a:t>
            </a:r>
            <a:r>
              <a:rPr dirty="0" err="1"/>
              <a:t>patient:SELECT</a:t>
            </a:r>
            <a:r>
              <a:rPr dirty="0"/>
              <a:t>, </a:t>
            </a:r>
            <a:r>
              <a:rPr dirty="0" err="1"/>
              <a:t>prescription:INSERT</a:t>
            </a:r>
            <a:r>
              <a:rPr dirty="0"/>
              <a:t>).</a:t>
            </a:r>
          </a:p>
          <a:p>
            <a:pPr>
              <a:lnSpc>
                <a:spcPct val="90000"/>
              </a:lnSpc>
            </a:pPr>
            <a:r>
              <a:rPr dirty="0"/>
              <a:t>Audit_log table + triggers capture INSERT/UPDATE/DELETE with JSON old/new values and user/timestamp.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Patient Portal &amp; Security Views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t>user_patient_link ties each portal account to exactly one patient.</a:t>
            </a:r>
          </a:p>
          <a:p>
            <a:r>
              <a:t>Patient views: v_my_visits, v_my_diagnoses, v_my_prescriptions, v_my_results, v_my_billing.</a:t>
            </a:r>
          </a:p>
          <a:p>
            <a:r>
              <a:t>Staff views: v_support_patient_schedule, v_pharmacy_prescriptions (department-filtered).</a:t>
            </a:r>
          </a:p>
          <a:p>
            <a:r>
              <a:t>Row-level security enforced at database level using views and session variables.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500"/>
              <a:t>Changes from Project 1 &amp; Deliverables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2E9B4E-D9E7-CE2B-6DC0-9D5AF4F61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997360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dirty="0"/>
              <a:t>Live Demo Flow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6D2B22-C69F-FB16-3EDA-F5C1DDB864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335001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528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Trebuchet MS</vt:lpstr>
      <vt:lpstr>Wingdings 3</vt:lpstr>
      <vt:lpstr>Facet</vt:lpstr>
      <vt:lpstr>Student Clinic EMR – Secure Database &amp; Portal</vt:lpstr>
      <vt:lpstr>Problem &amp; Project Goal</vt:lpstr>
      <vt:lpstr>System Overview &amp; Data Model</vt:lpstr>
      <vt:lpstr>Security, RBAC &amp; Audit</vt:lpstr>
      <vt:lpstr>Patient Portal &amp; Security Views</vt:lpstr>
      <vt:lpstr>Changes from Project 1 &amp; Deliverables</vt:lpstr>
      <vt:lpstr>Live Demo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Student_Clinic_EMR_Project2</dc:title>
  <dc:subject>Demo</dc:subject>
  <dc:creator/>
  <cp:keywords/>
  <dc:description>Student_Clinic_EMR_Project2</dc:description>
  <cp:lastModifiedBy>Prakasam Venkatachalam</cp:lastModifiedBy>
  <cp:revision>3</cp:revision>
  <dcterms:created xsi:type="dcterms:W3CDTF">2013-01-27T09:14:16Z</dcterms:created>
  <dcterms:modified xsi:type="dcterms:W3CDTF">2025-12-03T23:56:01Z</dcterms:modified>
  <cp:category/>
</cp:coreProperties>
</file>